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d293ff8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d293ff8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d293ff8f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d293ff8f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d293ff8f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d293ff8f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d293ff8f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d293ff8f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d293ff8f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d293ff8f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d293ff8f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d293ff8f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d293ff8f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d293ff8f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handbook.gitlab.com/handbook/engineering/infrastructure-platforms/incident-management/on-call/" TargetMode="External"/><Relationship Id="rId4" Type="http://schemas.openxmlformats.org/officeDocument/2006/relationships/hyperlink" Target="https://response.pagerduty.com/oncall/being_oncall/" TargetMode="External"/><Relationship Id="rId5" Type="http://schemas.openxmlformats.org/officeDocument/2006/relationships/hyperlink" Target="https://incident.io/hubs/on-call/on-call-rotation-best-practic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Pager Rotation Duties in DevOps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Jackson Webster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3172900" y="3298450"/>
            <a:ext cx="30759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Devops Module 7.2 Assignment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Pager Rotation Duties?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Pager rotation means team members take turns being “on-call” to respond to alerts.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a system breaks or spikes, the on-call person gets notified and fixes the issue.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Rotations ensure someone is always available to protect uptime and reliability.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Pager rotation helps make sure someone is always available to respond to system problems. This prevents long outages and keeps services running smoothly.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Pager Rotation Matters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Helps DevOps teams quickly respond to incidents 24/7.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Reduces downtime and improves user trust in software.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Encourages shared responsibility for system reliability.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Quick responses are critical in DevOps because even small issues can affect many users. Pager rotation spreads responsibility so no single person is overloaded.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Practice: Balanced Rotations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Aim for 6–8 people in a rotation pool so individuals aren’t overworked.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Too few people → people on call too often.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Too many → engineers lose familiarity with the system.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Balanced rotations help protect engineers from stress while still keeping knowledge fresh. This creates a healthier and more effective DevOps team.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Practice: Coverage &amp; Scheduling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Provide clear schedules with advance notices (e.g., 24 hrs before shift).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weekly or half-week blocks to prevent burnout.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Ensure both primary and backup responders are ready.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Having clear schedules and backups ensures alerts are not missed. Advance planning helps engineers manage both work and personal time.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Practice: Handoff &amp; Escalation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Smooth handoffs between shifts prevent missing issues.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Include escalation plans so backups step in if needed.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Encourage clear communication and documentation for incidents.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Clear handoffs and escalation paths make sure problems are handled quickly. Documentation helps teams learn from incidents and respond faster next time.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Supporting DevOps Culture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Treat on-call as a team responsibility.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Compensate or give time off to support work-life balance.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Provide training and shadowing for new team members.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strong DevOps culture values teamwork and support. Training and fairness help keep engineers motivated and reduce burnout.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GitLab Handbook – </a:t>
            </a:r>
            <a:r>
              <a:rPr i="1" lang="en" sz="1100">
                <a:solidFill>
                  <a:schemeClr val="dk1"/>
                </a:solidFill>
              </a:rPr>
              <a:t>On-Call and Incident Management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 u="sng">
                <a:solidFill>
                  <a:schemeClr val="hlink"/>
                </a:solidFill>
                <a:hlinkClick r:id="rId3"/>
              </a:rPr>
              <a:t>https://handbook.gitlab.com/handbook/engineering/infrastructure-platforms/incident-management/on-call/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PagerDuty – </a:t>
            </a:r>
            <a:r>
              <a:rPr i="1" lang="en" sz="1100">
                <a:solidFill>
                  <a:schemeClr val="dk1"/>
                </a:solidFill>
              </a:rPr>
              <a:t>Being On-Call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 u="sng">
                <a:solidFill>
                  <a:schemeClr val="hlink"/>
                </a:solidFill>
                <a:hlinkClick r:id="rId4"/>
              </a:rPr>
              <a:t>https://response.pagerduty.com/oncall/being_oncall/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Incident.io – </a:t>
            </a:r>
            <a:r>
              <a:rPr i="1" lang="en" sz="1100">
                <a:solidFill>
                  <a:schemeClr val="dk1"/>
                </a:solidFill>
              </a:rPr>
              <a:t>On-Call Rotation Best Practices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 u="sng">
                <a:solidFill>
                  <a:schemeClr val="hlink"/>
                </a:solidFill>
                <a:hlinkClick r:id="rId5"/>
              </a:rPr>
              <a:t>https://incident.io/hubs/on-call/on-call-rotation-best-practices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Truss Playbook – </a:t>
            </a:r>
            <a:r>
              <a:rPr i="1" lang="en" sz="1100">
                <a:solidFill>
                  <a:schemeClr val="dk1"/>
                </a:solidFill>
              </a:rPr>
              <a:t>On-Call Incident Response</a:t>
            </a:r>
            <a:br>
              <a:rPr i="1" lang="en" sz="1100">
                <a:solidFill>
                  <a:schemeClr val="dk1"/>
                </a:solidFill>
              </a:rPr>
            </a:b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