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FF897B-A611-4FDA-BC33-8F7BE7FF23FC}"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074E909-4F03-40BD-A7C3-63A8D0BECAEE}">
      <dgm:prSet/>
      <dgm:spPr/>
      <dgm:t>
        <a:bodyPr/>
        <a:lstStyle/>
        <a:p>
          <a:pPr>
            <a:defRPr cap="all"/>
          </a:pPr>
          <a:r>
            <a:rPr lang="en-US" b="1"/>
            <a:t>Lead Time:</a:t>
          </a:r>
          <a:r>
            <a:rPr lang="en-US"/>
            <a:t> The total time from when work is requested until it is delivered.</a:t>
          </a:r>
          <a:br>
            <a:rPr lang="en-US"/>
          </a:br>
          <a:endParaRPr lang="en-US"/>
        </a:p>
      </dgm:t>
    </dgm:pt>
    <dgm:pt modelId="{20FF3477-7C69-4345-966B-69B29DDA62F1}" type="parTrans" cxnId="{46D9BF1B-2711-4981-B9A1-AFDD0A023726}">
      <dgm:prSet/>
      <dgm:spPr/>
      <dgm:t>
        <a:bodyPr/>
        <a:lstStyle/>
        <a:p>
          <a:endParaRPr lang="en-US"/>
        </a:p>
      </dgm:t>
    </dgm:pt>
    <dgm:pt modelId="{80002391-5D17-42C9-ADCA-D992FDDC73CD}" type="sibTrans" cxnId="{46D9BF1B-2711-4981-B9A1-AFDD0A023726}">
      <dgm:prSet/>
      <dgm:spPr/>
      <dgm:t>
        <a:bodyPr/>
        <a:lstStyle/>
        <a:p>
          <a:endParaRPr lang="en-US"/>
        </a:p>
      </dgm:t>
    </dgm:pt>
    <dgm:pt modelId="{609BD2BD-D57B-4877-AD3E-789E4074BC0F}">
      <dgm:prSet/>
      <dgm:spPr/>
      <dgm:t>
        <a:bodyPr/>
        <a:lstStyle/>
        <a:p>
          <a:pPr>
            <a:defRPr cap="all"/>
          </a:pPr>
          <a:r>
            <a:rPr lang="en-US" b="1"/>
            <a:t>Processing Time:</a:t>
          </a:r>
          <a:r>
            <a:rPr lang="en-US"/>
            <a:t> The time developers are actually working on the task.</a:t>
          </a:r>
          <a:br>
            <a:rPr lang="en-US"/>
          </a:br>
          <a:r>
            <a:rPr lang="en-US"/>
            <a:t>Lead time is usually much longer because of waiting, delays, and handoffs. Processing time is only the time spent doing real work.</a:t>
          </a:r>
        </a:p>
      </dgm:t>
    </dgm:pt>
    <dgm:pt modelId="{56AD20C8-02C3-46E3-950D-BF2A27457D68}" type="parTrans" cxnId="{60747615-6279-4886-B624-54E502BB2560}">
      <dgm:prSet/>
      <dgm:spPr/>
      <dgm:t>
        <a:bodyPr/>
        <a:lstStyle/>
        <a:p>
          <a:endParaRPr lang="en-US"/>
        </a:p>
      </dgm:t>
    </dgm:pt>
    <dgm:pt modelId="{6D4A6B78-EF6F-4511-95AD-7136B072154B}" type="sibTrans" cxnId="{60747615-6279-4886-B624-54E502BB2560}">
      <dgm:prSet/>
      <dgm:spPr/>
      <dgm:t>
        <a:bodyPr/>
        <a:lstStyle/>
        <a:p>
          <a:endParaRPr lang="en-US"/>
        </a:p>
      </dgm:t>
    </dgm:pt>
    <dgm:pt modelId="{471EA418-889C-497D-8BA8-B9BB5BF8DB52}" type="pres">
      <dgm:prSet presAssocID="{5AFF897B-A611-4FDA-BC33-8F7BE7FF23FC}" presName="root" presStyleCnt="0">
        <dgm:presLayoutVars>
          <dgm:dir/>
          <dgm:resizeHandles val="exact"/>
        </dgm:presLayoutVars>
      </dgm:prSet>
      <dgm:spPr/>
    </dgm:pt>
    <dgm:pt modelId="{1093B6F2-1172-4EAA-ADAE-393507617339}" type="pres">
      <dgm:prSet presAssocID="{B074E909-4F03-40BD-A7C3-63A8D0BECAEE}" presName="compNode" presStyleCnt="0"/>
      <dgm:spPr/>
    </dgm:pt>
    <dgm:pt modelId="{E5CAEBFB-A459-41BA-85A1-367F9FE3A0BC}" type="pres">
      <dgm:prSet presAssocID="{B074E909-4F03-40BD-A7C3-63A8D0BECAEE}" presName="iconBgRect" presStyleLbl="bgShp" presStyleIdx="0" presStyleCnt="2"/>
      <dgm:spPr>
        <a:prstGeom prst="round2DiagRect">
          <a:avLst>
            <a:gd name="adj1" fmla="val 29727"/>
            <a:gd name="adj2" fmla="val 0"/>
          </a:avLst>
        </a:prstGeom>
      </dgm:spPr>
    </dgm:pt>
    <dgm:pt modelId="{AD1EF37F-E3EC-4D1D-B6FB-DAC946702DC8}" type="pres">
      <dgm:prSet presAssocID="{B074E909-4F03-40BD-A7C3-63A8D0BECAE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urglass"/>
        </a:ext>
      </dgm:extLst>
    </dgm:pt>
    <dgm:pt modelId="{EFF38185-8677-48D1-8C9F-AD51464EE91C}" type="pres">
      <dgm:prSet presAssocID="{B074E909-4F03-40BD-A7C3-63A8D0BECAEE}" presName="spaceRect" presStyleCnt="0"/>
      <dgm:spPr/>
    </dgm:pt>
    <dgm:pt modelId="{C138051E-8197-46B9-8A6D-40CF30E9ED48}" type="pres">
      <dgm:prSet presAssocID="{B074E909-4F03-40BD-A7C3-63A8D0BECAEE}" presName="textRect" presStyleLbl="revTx" presStyleIdx="0" presStyleCnt="2">
        <dgm:presLayoutVars>
          <dgm:chMax val="1"/>
          <dgm:chPref val="1"/>
        </dgm:presLayoutVars>
      </dgm:prSet>
      <dgm:spPr/>
    </dgm:pt>
    <dgm:pt modelId="{609E985B-25F5-422E-B4EC-7101DA9F01CA}" type="pres">
      <dgm:prSet presAssocID="{80002391-5D17-42C9-ADCA-D992FDDC73CD}" presName="sibTrans" presStyleCnt="0"/>
      <dgm:spPr/>
    </dgm:pt>
    <dgm:pt modelId="{0ABCA4F6-F942-47E6-B7A7-2C2F776D5C11}" type="pres">
      <dgm:prSet presAssocID="{609BD2BD-D57B-4877-AD3E-789E4074BC0F}" presName="compNode" presStyleCnt="0"/>
      <dgm:spPr/>
    </dgm:pt>
    <dgm:pt modelId="{B9782E2A-2E5B-4145-8CDE-C4DFCA8FADC7}" type="pres">
      <dgm:prSet presAssocID="{609BD2BD-D57B-4877-AD3E-789E4074BC0F}" presName="iconBgRect" presStyleLbl="bgShp" presStyleIdx="1" presStyleCnt="2"/>
      <dgm:spPr>
        <a:prstGeom prst="round2DiagRect">
          <a:avLst>
            <a:gd name="adj1" fmla="val 29727"/>
            <a:gd name="adj2" fmla="val 0"/>
          </a:avLst>
        </a:prstGeom>
      </dgm:spPr>
    </dgm:pt>
    <dgm:pt modelId="{9749083C-CC73-4E78-996B-B048E17130BE}" type="pres">
      <dgm:prSet presAssocID="{609BD2BD-D57B-4877-AD3E-789E4074BC0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ck"/>
        </a:ext>
      </dgm:extLst>
    </dgm:pt>
    <dgm:pt modelId="{207B568D-1F5B-4D6D-AFDE-89817F673918}" type="pres">
      <dgm:prSet presAssocID="{609BD2BD-D57B-4877-AD3E-789E4074BC0F}" presName="spaceRect" presStyleCnt="0"/>
      <dgm:spPr/>
    </dgm:pt>
    <dgm:pt modelId="{DEEB59C9-B747-4498-B38F-F71F918D9050}" type="pres">
      <dgm:prSet presAssocID="{609BD2BD-D57B-4877-AD3E-789E4074BC0F}" presName="textRect" presStyleLbl="revTx" presStyleIdx="1" presStyleCnt="2">
        <dgm:presLayoutVars>
          <dgm:chMax val="1"/>
          <dgm:chPref val="1"/>
        </dgm:presLayoutVars>
      </dgm:prSet>
      <dgm:spPr/>
    </dgm:pt>
  </dgm:ptLst>
  <dgm:cxnLst>
    <dgm:cxn modelId="{60747615-6279-4886-B624-54E502BB2560}" srcId="{5AFF897B-A611-4FDA-BC33-8F7BE7FF23FC}" destId="{609BD2BD-D57B-4877-AD3E-789E4074BC0F}" srcOrd="1" destOrd="0" parTransId="{56AD20C8-02C3-46E3-950D-BF2A27457D68}" sibTransId="{6D4A6B78-EF6F-4511-95AD-7136B072154B}"/>
    <dgm:cxn modelId="{46D9BF1B-2711-4981-B9A1-AFDD0A023726}" srcId="{5AFF897B-A611-4FDA-BC33-8F7BE7FF23FC}" destId="{B074E909-4F03-40BD-A7C3-63A8D0BECAEE}" srcOrd="0" destOrd="0" parTransId="{20FF3477-7C69-4345-966B-69B29DDA62F1}" sibTransId="{80002391-5D17-42C9-ADCA-D992FDDC73CD}"/>
    <dgm:cxn modelId="{14242C22-218C-41EB-8B62-3A189FD323C1}" type="presOf" srcId="{609BD2BD-D57B-4877-AD3E-789E4074BC0F}" destId="{DEEB59C9-B747-4498-B38F-F71F918D9050}" srcOrd="0" destOrd="0" presId="urn:microsoft.com/office/officeart/2018/5/layout/IconLeafLabelList"/>
    <dgm:cxn modelId="{23C9777D-3B21-4D9B-9044-26207B6C9BDC}" type="presOf" srcId="{5AFF897B-A611-4FDA-BC33-8F7BE7FF23FC}" destId="{471EA418-889C-497D-8BA8-B9BB5BF8DB52}" srcOrd="0" destOrd="0" presId="urn:microsoft.com/office/officeart/2018/5/layout/IconLeafLabelList"/>
    <dgm:cxn modelId="{7E632BBE-384C-4495-9823-9097E8A1C744}" type="presOf" srcId="{B074E909-4F03-40BD-A7C3-63A8D0BECAEE}" destId="{C138051E-8197-46B9-8A6D-40CF30E9ED48}" srcOrd="0" destOrd="0" presId="urn:microsoft.com/office/officeart/2018/5/layout/IconLeafLabelList"/>
    <dgm:cxn modelId="{4403C975-1BA0-4622-9D08-4984755172FF}" type="presParOf" srcId="{471EA418-889C-497D-8BA8-B9BB5BF8DB52}" destId="{1093B6F2-1172-4EAA-ADAE-393507617339}" srcOrd="0" destOrd="0" presId="urn:microsoft.com/office/officeart/2018/5/layout/IconLeafLabelList"/>
    <dgm:cxn modelId="{AEDCFC3A-574E-4EE7-BDE0-0154BA3289CF}" type="presParOf" srcId="{1093B6F2-1172-4EAA-ADAE-393507617339}" destId="{E5CAEBFB-A459-41BA-85A1-367F9FE3A0BC}" srcOrd="0" destOrd="0" presId="urn:microsoft.com/office/officeart/2018/5/layout/IconLeafLabelList"/>
    <dgm:cxn modelId="{FB846D86-FFAE-4CCF-A263-C1BC573AF6D4}" type="presParOf" srcId="{1093B6F2-1172-4EAA-ADAE-393507617339}" destId="{AD1EF37F-E3EC-4D1D-B6FB-DAC946702DC8}" srcOrd="1" destOrd="0" presId="urn:microsoft.com/office/officeart/2018/5/layout/IconLeafLabelList"/>
    <dgm:cxn modelId="{0D30CA45-2439-4EBE-A073-8EE6B4DF01E9}" type="presParOf" srcId="{1093B6F2-1172-4EAA-ADAE-393507617339}" destId="{EFF38185-8677-48D1-8C9F-AD51464EE91C}" srcOrd="2" destOrd="0" presId="urn:microsoft.com/office/officeart/2018/5/layout/IconLeafLabelList"/>
    <dgm:cxn modelId="{F568EDCA-13A3-4F57-9F7D-1F88787C8474}" type="presParOf" srcId="{1093B6F2-1172-4EAA-ADAE-393507617339}" destId="{C138051E-8197-46B9-8A6D-40CF30E9ED48}" srcOrd="3" destOrd="0" presId="urn:microsoft.com/office/officeart/2018/5/layout/IconLeafLabelList"/>
    <dgm:cxn modelId="{987C77A2-B8F3-4743-8C46-FC9EACEC7B8D}" type="presParOf" srcId="{471EA418-889C-497D-8BA8-B9BB5BF8DB52}" destId="{609E985B-25F5-422E-B4EC-7101DA9F01CA}" srcOrd="1" destOrd="0" presId="urn:microsoft.com/office/officeart/2018/5/layout/IconLeafLabelList"/>
    <dgm:cxn modelId="{E52569BB-FD22-488E-B820-33C1816D970A}" type="presParOf" srcId="{471EA418-889C-497D-8BA8-B9BB5BF8DB52}" destId="{0ABCA4F6-F942-47E6-B7A7-2C2F776D5C11}" srcOrd="2" destOrd="0" presId="urn:microsoft.com/office/officeart/2018/5/layout/IconLeafLabelList"/>
    <dgm:cxn modelId="{96B92560-8129-45BA-BC85-29FB67122ABB}" type="presParOf" srcId="{0ABCA4F6-F942-47E6-B7A7-2C2F776D5C11}" destId="{B9782E2A-2E5B-4145-8CDE-C4DFCA8FADC7}" srcOrd="0" destOrd="0" presId="urn:microsoft.com/office/officeart/2018/5/layout/IconLeafLabelList"/>
    <dgm:cxn modelId="{E6A3960A-3DF3-4BAC-A447-574677D75182}" type="presParOf" srcId="{0ABCA4F6-F942-47E6-B7A7-2C2F776D5C11}" destId="{9749083C-CC73-4E78-996B-B048E17130BE}" srcOrd="1" destOrd="0" presId="urn:microsoft.com/office/officeart/2018/5/layout/IconLeafLabelList"/>
    <dgm:cxn modelId="{114549A6-6325-40F5-B75F-8DDF9A7B0D5F}" type="presParOf" srcId="{0ABCA4F6-F942-47E6-B7A7-2C2F776D5C11}" destId="{207B568D-1F5B-4D6D-AFDE-89817F673918}" srcOrd="2" destOrd="0" presId="urn:microsoft.com/office/officeart/2018/5/layout/IconLeafLabelList"/>
    <dgm:cxn modelId="{E80689DA-3C8B-4273-9567-0BA4B4983F7A}" type="presParOf" srcId="{0ABCA4F6-F942-47E6-B7A7-2C2F776D5C11}" destId="{DEEB59C9-B747-4498-B38F-F71F918D905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120BF9-1CD9-469C-9B8F-39BD861A688E}"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262912B5-B80B-4AF9-995A-B7EA9A498238}">
      <dgm:prSet/>
      <dgm:spPr/>
      <dgm:t>
        <a:bodyPr/>
        <a:lstStyle/>
        <a:p>
          <a:r>
            <a:rPr lang="en-US"/>
            <a:t>DevOps aims for </a:t>
          </a:r>
          <a:r>
            <a:rPr lang="en-US" b="1"/>
            <a:t>deployment lead times of minutes</a:t>
          </a:r>
          <a:r>
            <a:rPr lang="en-US"/>
            <a:t>, not months.</a:t>
          </a:r>
          <a:br>
            <a:rPr lang="en-US"/>
          </a:br>
          <a:r>
            <a:rPr lang="en-US"/>
            <a:t>This is done by:</a:t>
          </a:r>
        </a:p>
      </dgm:t>
    </dgm:pt>
    <dgm:pt modelId="{80CA84EB-3280-4F67-B422-214943D912BF}" type="parTrans" cxnId="{B14831FF-E775-4CE0-B4D3-A33FA5F7BCC3}">
      <dgm:prSet/>
      <dgm:spPr/>
      <dgm:t>
        <a:bodyPr/>
        <a:lstStyle/>
        <a:p>
          <a:endParaRPr lang="en-US"/>
        </a:p>
      </dgm:t>
    </dgm:pt>
    <dgm:pt modelId="{81A909D0-B632-453A-A8EF-B842F54C2B75}" type="sibTrans" cxnId="{B14831FF-E775-4CE0-B4D3-A33FA5F7BCC3}">
      <dgm:prSet/>
      <dgm:spPr/>
      <dgm:t>
        <a:bodyPr/>
        <a:lstStyle/>
        <a:p>
          <a:endParaRPr lang="en-US"/>
        </a:p>
      </dgm:t>
    </dgm:pt>
    <dgm:pt modelId="{82753DEC-48C4-4D65-9D2A-6095A97AADCB}">
      <dgm:prSet/>
      <dgm:spPr/>
      <dgm:t>
        <a:bodyPr/>
        <a:lstStyle/>
        <a:p>
          <a:r>
            <a:rPr lang="en-US"/>
            <a:t>Automating testing</a:t>
          </a:r>
        </a:p>
      </dgm:t>
    </dgm:pt>
    <dgm:pt modelId="{7D822247-4E59-4484-8367-BC35FEB346D6}" type="parTrans" cxnId="{5B6FB6DC-886A-4C73-8C0E-265A9AED08C8}">
      <dgm:prSet/>
      <dgm:spPr/>
      <dgm:t>
        <a:bodyPr/>
        <a:lstStyle/>
        <a:p>
          <a:endParaRPr lang="en-US"/>
        </a:p>
      </dgm:t>
    </dgm:pt>
    <dgm:pt modelId="{CD4AF3A9-556D-4FC3-BB08-A953EC1BB3DF}" type="sibTrans" cxnId="{5B6FB6DC-886A-4C73-8C0E-265A9AED08C8}">
      <dgm:prSet/>
      <dgm:spPr/>
      <dgm:t>
        <a:bodyPr/>
        <a:lstStyle/>
        <a:p>
          <a:endParaRPr lang="en-US"/>
        </a:p>
      </dgm:t>
    </dgm:pt>
    <dgm:pt modelId="{3AE2B9F9-5359-43DC-99E8-8772B16607AC}">
      <dgm:prSet/>
      <dgm:spPr/>
      <dgm:t>
        <a:bodyPr/>
        <a:lstStyle/>
        <a:p>
          <a:r>
            <a:rPr lang="en-US"/>
            <a:t>Automating deployments</a:t>
          </a:r>
        </a:p>
      </dgm:t>
    </dgm:pt>
    <dgm:pt modelId="{68505B46-DCAC-4D20-9FF4-A27D28A40C56}" type="parTrans" cxnId="{B4420DF1-5904-4BF5-BC01-15744D57DBB0}">
      <dgm:prSet/>
      <dgm:spPr/>
      <dgm:t>
        <a:bodyPr/>
        <a:lstStyle/>
        <a:p>
          <a:endParaRPr lang="en-US"/>
        </a:p>
      </dgm:t>
    </dgm:pt>
    <dgm:pt modelId="{510F7917-331E-4C22-B4C9-E33EB294BEB7}" type="sibTrans" cxnId="{B4420DF1-5904-4BF5-BC01-15744D57DBB0}">
      <dgm:prSet/>
      <dgm:spPr/>
      <dgm:t>
        <a:bodyPr/>
        <a:lstStyle/>
        <a:p>
          <a:endParaRPr lang="en-US"/>
        </a:p>
      </dgm:t>
    </dgm:pt>
    <dgm:pt modelId="{F3920414-8FFD-4235-9594-AD89CD609AF9}">
      <dgm:prSet/>
      <dgm:spPr/>
      <dgm:t>
        <a:bodyPr/>
        <a:lstStyle/>
        <a:p>
          <a:r>
            <a:rPr lang="en-US"/>
            <a:t>Using small, frequent updates</a:t>
          </a:r>
        </a:p>
      </dgm:t>
    </dgm:pt>
    <dgm:pt modelId="{45E9E485-81B6-4029-8DA9-692FC1045485}" type="parTrans" cxnId="{33F74AD6-6C91-4ACF-BF85-B79221213C06}">
      <dgm:prSet/>
      <dgm:spPr/>
      <dgm:t>
        <a:bodyPr/>
        <a:lstStyle/>
        <a:p>
          <a:endParaRPr lang="en-US"/>
        </a:p>
      </dgm:t>
    </dgm:pt>
    <dgm:pt modelId="{4EF43899-8078-44BF-B28F-C8E159AECF3D}" type="sibTrans" cxnId="{33F74AD6-6C91-4ACF-BF85-B79221213C06}">
      <dgm:prSet/>
      <dgm:spPr/>
      <dgm:t>
        <a:bodyPr/>
        <a:lstStyle/>
        <a:p>
          <a:endParaRPr lang="en-US"/>
        </a:p>
      </dgm:t>
    </dgm:pt>
    <dgm:pt modelId="{0568F132-8D7F-48A1-8EF1-2D0A6B940A4C}">
      <dgm:prSet/>
      <dgm:spPr/>
      <dgm:t>
        <a:bodyPr/>
        <a:lstStyle/>
        <a:p>
          <a:r>
            <a:rPr lang="en-US"/>
            <a:t>Working as one team instead of separate departments</a:t>
          </a:r>
        </a:p>
      </dgm:t>
    </dgm:pt>
    <dgm:pt modelId="{E20D0009-30BC-4D03-B572-8A01923A2699}" type="parTrans" cxnId="{1F0A198E-DAAA-4DE8-8F65-E9B3E0C119FF}">
      <dgm:prSet/>
      <dgm:spPr/>
      <dgm:t>
        <a:bodyPr/>
        <a:lstStyle/>
        <a:p>
          <a:endParaRPr lang="en-US"/>
        </a:p>
      </dgm:t>
    </dgm:pt>
    <dgm:pt modelId="{E4A74426-B1C8-44E6-BFD1-BE527C4E4847}" type="sibTrans" cxnId="{1F0A198E-DAAA-4DE8-8F65-E9B3E0C119FF}">
      <dgm:prSet/>
      <dgm:spPr/>
      <dgm:t>
        <a:bodyPr/>
        <a:lstStyle/>
        <a:p>
          <a:endParaRPr lang="en-US"/>
        </a:p>
      </dgm:t>
    </dgm:pt>
    <dgm:pt modelId="{E11881C7-121F-4F57-B26E-72A3413E1585}">
      <dgm:prSet/>
      <dgm:spPr/>
      <dgm:t>
        <a:bodyPr/>
        <a:lstStyle/>
        <a:p>
          <a:r>
            <a:rPr lang="en-US"/>
            <a:t>When deployments are quick, teams deliver value faster.</a:t>
          </a:r>
        </a:p>
      </dgm:t>
    </dgm:pt>
    <dgm:pt modelId="{2F55CE91-0BC3-4E32-AA14-7EBD7C9A541E}" type="parTrans" cxnId="{49904D2C-CE03-4604-B3AD-FC34AD46D643}">
      <dgm:prSet/>
      <dgm:spPr/>
      <dgm:t>
        <a:bodyPr/>
        <a:lstStyle/>
        <a:p>
          <a:endParaRPr lang="en-US"/>
        </a:p>
      </dgm:t>
    </dgm:pt>
    <dgm:pt modelId="{26AC6253-7515-4BCE-AF0E-D4A28C5E32FC}" type="sibTrans" cxnId="{49904D2C-CE03-4604-B3AD-FC34AD46D643}">
      <dgm:prSet/>
      <dgm:spPr/>
      <dgm:t>
        <a:bodyPr/>
        <a:lstStyle/>
        <a:p>
          <a:endParaRPr lang="en-US"/>
        </a:p>
      </dgm:t>
    </dgm:pt>
    <dgm:pt modelId="{D2F6D323-3C7B-4A09-8A4B-9EEFEEE76099}" type="pres">
      <dgm:prSet presAssocID="{EE120BF9-1CD9-469C-9B8F-39BD861A688E}" presName="Name0" presStyleCnt="0">
        <dgm:presLayoutVars>
          <dgm:dir/>
          <dgm:resizeHandles val="exact"/>
        </dgm:presLayoutVars>
      </dgm:prSet>
      <dgm:spPr/>
    </dgm:pt>
    <dgm:pt modelId="{050955B6-A04E-4AA5-931F-CADBC6821EB3}" type="pres">
      <dgm:prSet presAssocID="{262912B5-B80B-4AF9-995A-B7EA9A498238}" presName="node" presStyleLbl="node1" presStyleIdx="0" presStyleCnt="6">
        <dgm:presLayoutVars>
          <dgm:bulletEnabled val="1"/>
        </dgm:presLayoutVars>
      </dgm:prSet>
      <dgm:spPr/>
    </dgm:pt>
    <dgm:pt modelId="{9B046383-F673-4908-9F39-B25AC917EB51}" type="pres">
      <dgm:prSet presAssocID="{81A909D0-B632-453A-A8EF-B842F54C2B75}" presName="sibTrans" presStyleLbl="sibTrans1D1" presStyleIdx="0" presStyleCnt="5"/>
      <dgm:spPr/>
    </dgm:pt>
    <dgm:pt modelId="{14234EB7-8150-4953-B178-DAC369FDB4D8}" type="pres">
      <dgm:prSet presAssocID="{81A909D0-B632-453A-A8EF-B842F54C2B75}" presName="connectorText" presStyleLbl="sibTrans1D1" presStyleIdx="0" presStyleCnt="5"/>
      <dgm:spPr/>
    </dgm:pt>
    <dgm:pt modelId="{C0A4E146-2278-4C26-8730-B151F8781918}" type="pres">
      <dgm:prSet presAssocID="{82753DEC-48C4-4D65-9D2A-6095A97AADCB}" presName="node" presStyleLbl="node1" presStyleIdx="1" presStyleCnt="6">
        <dgm:presLayoutVars>
          <dgm:bulletEnabled val="1"/>
        </dgm:presLayoutVars>
      </dgm:prSet>
      <dgm:spPr/>
    </dgm:pt>
    <dgm:pt modelId="{0F38B14F-13A0-47DA-B9FC-42B5A202F5CB}" type="pres">
      <dgm:prSet presAssocID="{CD4AF3A9-556D-4FC3-BB08-A953EC1BB3DF}" presName="sibTrans" presStyleLbl="sibTrans1D1" presStyleIdx="1" presStyleCnt="5"/>
      <dgm:spPr/>
    </dgm:pt>
    <dgm:pt modelId="{CA86DEC2-6C8E-471F-AB5A-1C355188A754}" type="pres">
      <dgm:prSet presAssocID="{CD4AF3A9-556D-4FC3-BB08-A953EC1BB3DF}" presName="connectorText" presStyleLbl="sibTrans1D1" presStyleIdx="1" presStyleCnt="5"/>
      <dgm:spPr/>
    </dgm:pt>
    <dgm:pt modelId="{25BDE845-1EFD-4BD1-A532-356DD5985894}" type="pres">
      <dgm:prSet presAssocID="{3AE2B9F9-5359-43DC-99E8-8772B16607AC}" presName="node" presStyleLbl="node1" presStyleIdx="2" presStyleCnt="6">
        <dgm:presLayoutVars>
          <dgm:bulletEnabled val="1"/>
        </dgm:presLayoutVars>
      </dgm:prSet>
      <dgm:spPr/>
    </dgm:pt>
    <dgm:pt modelId="{9C536671-7A37-43FF-805B-D39924D35341}" type="pres">
      <dgm:prSet presAssocID="{510F7917-331E-4C22-B4C9-E33EB294BEB7}" presName="sibTrans" presStyleLbl="sibTrans1D1" presStyleIdx="2" presStyleCnt="5"/>
      <dgm:spPr/>
    </dgm:pt>
    <dgm:pt modelId="{96C75478-D17A-49B3-B562-74E6207CA25E}" type="pres">
      <dgm:prSet presAssocID="{510F7917-331E-4C22-B4C9-E33EB294BEB7}" presName="connectorText" presStyleLbl="sibTrans1D1" presStyleIdx="2" presStyleCnt="5"/>
      <dgm:spPr/>
    </dgm:pt>
    <dgm:pt modelId="{ED1FB921-D10F-47E7-8C19-BA9DDCAF97FA}" type="pres">
      <dgm:prSet presAssocID="{F3920414-8FFD-4235-9594-AD89CD609AF9}" presName="node" presStyleLbl="node1" presStyleIdx="3" presStyleCnt="6">
        <dgm:presLayoutVars>
          <dgm:bulletEnabled val="1"/>
        </dgm:presLayoutVars>
      </dgm:prSet>
      <dgm:spPr/>
    </dgm:pt>
    <dgm:pt modelId="{2126487E-3BAE-4DA1-8649-19A97465780D}" type="pres">
      <dgm:prSet presAssocID="{4EF43899-8078-44BF-B28F-C8E159AECF3D}" presName="sibTrans" presStyleLbl="sibTrans1D1" presStyleIdx="3" presStyleCnt="5"/>
      <dgm:spPr/>
    </dgm:pt>
    <dgm:pt modelId="{B88731ED-94C8-4115-99C7-5CDCE6A2BD83}" type="pres">
      <dgm:prSet presAssocID="{4EF43899-8078-44BF-B28F-C8E159AECF3D}" presName="connectorText" presStyleLbl="sibTrans1D1" presStyleIdx="3" presStyleCnt="5"/>
      <dgm:spPr/>
    </dgm:pt>
    <dgm:pt modelId="{EC3F09F3-832C-4DA6-A6E1-9ACD342C4C05}" type="pres">
      <dgm:prSet presAssocID="{0568F132-8D7F-48A1-8EF1-2D0A6B940A4C}" presName="node" presStyleLbl="node1" presStyleIdx="4" presStyleCnt="6">
        <dgm:presLayoutVars>
          <dgm:bulletEnabled val="1"/>
        </dgm:presLayoutVars>
      </dgm:prSet>
      <dgm:spPr/>
    </dgm:pt>
    <dgm:pt modelId="{7234921E-1A89-4130-ACDC-A8B04446AB97}" type="pres">
      <dgm:prSet presAssocID="{E4A74426-B1C8-44E6-BFD1-BE527C4E4847}" presName="sibTrans" presStyleLbl="sibTrans1D1" presStyleIdx="4" presStyleCnt="5"/>
      <dgm:spPr/>
    </dgm:pt>
    <dgm:pt modelId="{597D4022-9E8C-4E4E-837A-9EF87778F1DA}" type="pres">
      <dgm:prSet presAssocID="{E4A74426-B1C8-44E6-BFD1-BE527C4E4847}" presName="connectorText" presStyleLbl="sibTrans1D1" presStyleIdx="4" presStyleCnt="5"/>
      <dgm:spPr/>
    </dgm:pt>
    <dgm:pt modelId="{3A0BED98-FACA-48AD-A7D9-8ECF7D47BB5B}" type="pres">
      <dgm:prSet presAssocID="{E11881C7-121F-4F57-B26E-72A3413E1585}" presName="node" presStyleLbl="node1" presStyleIdx="5" presStyleCnt="6">
        <dgm:presLayoutVars>
          <dgm:bulletEnabled val="1"/>
        </dgm:presLayoutVars>
      </dgm:prSet>
      <dgm:spPr/>
    </dgm:pt>
  </dgm:ptLst>
  <dgm:cxnLst>
    <dgm:cxn modelId="{9DE7B600-5923-4569-9DA2-306DE57013C5}" type="presOf" srcId="{EE120BF9-1CD9-469C-9B8F-39BD861A688E}" destId="{D2F6D323-3C7B-4A09-8A4B-9EEFEEE76099}" srcOrd="0" destOrd="0" presId="urn:microsoft.com/office/officeart/2016/7/layout/RepeatingBendingProcessNew"/>
    <dgm:cxn modelId="{C6B1A002-D6E2-42B4-8688-BA654BBCADF6}" type="presOf" srcId="{81A909D0-B632-453A-A8EF-B842F54C2B75}" destId="{9B046383-F673-4908-9F39-B25AC917EB51}" srcOrd="0" destOrd="0" presId="urn:microsoft.com/office/officeart/2016/7/layout/RepeatingBendingProcessNew"/>
    <dgm:cxn modelId="{B5492215-2D9D-4352-8BF9-0FD8EC2AB87F}" type="presOf" srcId="{262912B5-B80B-4AF9-995A-B7EA9A498238}" destId="{050955B6-A04E-4AA5-931F-CADBC6821EB3}" srcOrd="0" destOrd="0" presId="urn:microsoft.com/office/officeart/2016/7/layout/RepeatingBendingProcessNew"/>
    <dgm:cxn modelId="{93C32318-E489-4238-B471-BC7624BAE0D2}" type="presOf" srcId="{510F7917-331E-4C22-B4C9-E33EB294BEB7}" destId="{9C536671-7A37-43FF-805B-D39924D35341}" srcOrd="0" destOrd="0" presId="urn:microsoft.com/office/officeart/2016/7/layout/RepeatingBendingProcessNew"/>
    <dgm:cxn modelId="{A7F48725-7002-4E66-A318-0621B29B03BB}" type="presOf" srcId="{3AE2B9F9-5359-43DC-99E8-8772B16607AC}" destId="{25BDE845-1EFD-4BD1-A532-356DD5985894}" srcOrd="0" destOrd="0" presId="urn:microsoft.com/office/officeart/2016/7/layout/RepeatingBendingProcessNew"/>
    <dgm:cxn modelId="{49904D2C-CE03-4604-B3AD-FC34AD46D643}" srcId="{EE120BF9-1CD9-469C-9B8F-39BD861A688E}" destId="{E11881C7-121F-4F57-B26E-72A3413E1585}" srcOrd="5" destOrd="0" parTransId="{2F55CE91-0BC3-4E32-AA14-7EBD7C9A541E}" sibTransId="{26AC6253-7515-4BCE-AF0E-D4A28C5E32FC}"/>
    <dgm:cxn modelId="{E156833B-663E-463D-B268-2919BB8BAEA7}" type="presOf" srcId="{E4A74426-B1C8-44E6-BFD1-BE527C4E4847}" destId="{597D4022-9E8C-4E4E-837A-9EF87778F1DA}" srcOrd="1" destOrd="0" presId="urn:microsoft.com/office/officeart/2016/7/layout/RepeatingBendingProcessNew"/>
    <dgm:cxn modelId="{85634641-DD21-4AAF-A265-749BF88FFA97}" type="presOf" srcId="{82753DEC-48C4-4D65-9D2A-6095A97AADCB}" destId="{C0A4E146-2278-4C26-8730-B151F8781918}" srcOrd="0" destOrd="0" presId="urn:microsoft.com/office/officeart/2016/7/layout/RepeatingBendingProcessNew"/>
    <dgm:cxn modelId="{972A3C67-943C-4C8F-BC9A-A687383291EB}" type="presOf" srcId="{510F7917-331E-4C22-B4C9-E33EB294BEB7}" destId="{96C75478-D17A-49B3-B562-74E6207CA25E}" srcOrd="1" destOrd="0" presId="urn:microsoft.com/office/officeart/2016/7/layout/RepeatingBendingProcessNew"/>
    <dgm:cxn modelId="{5BB1504A-40F9-4217-840D-2D769347903A}" type="presOf" srcId="{CD4AF3A9-556D-4FC3-BB08-A953EC1BB3DF}" destId="{CA86DEC2-6C8E-471F-AB5A-1C355188A754}" srcOrd="1" destOrd="0" presId="urn:microsoft.com/office/officeart/2016/7/layout/RepeatingBendingProcessNew"/>
    <dgm:cxn modelId="{F454917A-D159-4A2C-97B1-6007E0B92AAB}" type="presOf" srcId="{E4A74426-B1C8-44E6-BFD1-BE527C4E4847}" destId="{7234921E-1A89-4130-ACDC-A8B04446AB97}" srcOrd="0" destOrd="0" presId="urn:microsoft.com/office/officeart/2016/7/layout/RepeatingBendingProcessNew"/>
    <dgm:cxn modelId="{73BD5883-5907-40AD-B4B5-F7FE9226CEDA}" type="presOf" srcId="{0568F132-8D7F-48A1-8EF1-2D0A6B940A4C}" destId="{EC3F09F3-832C-4DA6-A6E1-9ACD342C4C05}" srcOrd="0" destOrd="0" presId="urn:microsoft.com/office/officeart/2016/7/layout/RepeatingBendingProcessNew"/>
    <dgm:cxn modelId="{3F5FE48C-89B9-494D-AE5A-DA92E5DA2C86}" type="presOf" srcId="{4EF43899-8078-44BF-B28F-C8E159AECF3D}" destId="{2126487E-3BAE-4DA1-8649-19A97465780D}" srcOrd="0" destOrd="0" presId="urn:microsoft.com/office/officeart/2016/7/layout/RepeatingBendingProcessNew"/>
    <dgm:cxn modelId="{1F0A198E-DAAA-4DE8-8F65-E9B3E0C119FF}" srcId="{EE120BF9-1CD9-469C-9B8F-39BD861A688E}" destId="{0568F132-8D7F-48A1-8EF1-2D0A6B940A4C}" srcOrd="4" destOrd="0" parTransId="{E20D0009-30BC-4D03-B572-8A01923A2699}" sibTransId="{E4A74426-B1C8-44E6-BFD1-BE527C4E4847}"/>
    <dgm:cxn modelId="{1307DAA4-EFEA-4257-A448-EC87A3ED7014}" type="presOf" srcId="{81A909D0-B632-453A-A8EF-B842F54C2B75}" destId="{14234EB7-8150-4953-B178-DAC369FDB4D8}" srcOrd="1" destOrd="0" presId="urn:microsoft.com/office/officeart/2016/7/layout/RepeatingBendingProcessNew"/>
    <dgm:cxn modelId="{C254C0CE-7084-4A9F-BD81-45B08D773EE4}" type="presOf" srcId="{4EF43899-8078-44BF-B28F-C8E159AECF3D}" destId="{B88731ED-94C8-4115-99C7-5CDCE6A2BD83}" srcOrd="1" destOrd="0" presId="urn:microsoft.com/office/officeart/2016/7/layout/RepeatingBendingProcessNew"/>
    <dgm:cxn modelId="{33F74AD6-6C91-4ACF-BF85-B79221213C06}" srcId="{EE120BF9-1CD9-469C-9B8F-39BD861A688E}" destId="{F3920414-8FFD-4235-9594-AD89CD609AF9}" srcOrd="3" destOrd="0" parTransId="{45E9E485-81B6-4029-8DA9-692FC1045485}" sibTransId="{4EF43899-8078-44BF-B28F-C8E159AECF3D}"/>
    <dgm:cxn modelId="{E56C13DB-8680-4F2B-ACF5-BE2878A23067}" type="presOf" srcId="{F3920414-8FFD-4235-9594-AD89CD609AF9}" destId="{ED1FB921-D10F-47E7-8C19-BA9DDCAF97FA}" srcOrd="0" destOrd="0" presId="urn:microsoft.com/office/officeart/2016/7/layout/RepeatingBendingProcessNew"/>
    <dgm:cxn modelId="{5B6FB6DC-886A-4C73-8C0E-265A9AED08C8}" srcId="{EE120BF9-1CD9-469C-9B8F-39BD861A688E}" destId="{82753DEC-48C4-4D65-9D2A-6095A97AADCB}" srcOrd="1" destOrd="0" parTransId="{7D822247-4E59-4484-8367-BC35FEB346D6}" sibTransId="{CD4AF3A9-556D-4FC3-BB08-A953EC1BB3DF}"/>
    <dgm:cxn modelId="{B4420DF1-5904-4BF5-BC01-15744D57DBB0}" srcId="{EE120BF9-1CD9-469C-9B8F-39BD861A688E}" destId="{3AE2B9F9-5359-43DC-99E8-8772B16607AC}" srcOrd="2" destOrd="0" parTransId="{68505B46-DCAC-4D20-9FF4-A27D28A40C56}" sibTransId="{510F7917-331E-4C22-B4C9-E33EB294BEB7}"/>
    <dgm:cxn modelId="{ED3BFCF3-C04E-42AD-86AB-219A557E8910}" type="presOf" srcId="{CD4AF3A9-556D-4FC3-BB08-A953EC1BB3DF}" destId="{0F38B14F-13A0-47DA-B9FC-42B5A202F5CB}" srcOrd="0" destOrd="0" presId="urn:microsoft.com/office/officeart/2016/7/layout/RepeatingBendingProcessNew"/>
    <dgm:cxn modelId="{82CDD8F9-00CD-460C-8527-03907715C36F}" type="presOf" srcId="{E11881C7-121F-4F57-B26E-72A3413E1585}" destId="{3A0BED98-FACA-48AD-A7D9-8ECF7D47BB5B}" srcOrd="0" destOrd="0" presId="urn:microsoft.com/office/officeart/2016/7/layout/RepeatingBendingProcessNew"/>
    <dgm:cxn modelId="{B14831FF-E775-4CE0-B4D3-A33FA5F7BCC3}" srcId="{EE120BF9-1CD9-469C-9B8F-39BD861A688E}" destId="{262912B5-B80B-4AF9-995A-B7EA9A498238}" srcOrd="0" destOrd="0" parTransId="{80CA84EB-3280-4F67-B422-214943D912BF}" sibTransId="{81A909D0-B632-453A-A8EF-B842F54C2B75}"/>
    <dgm:cxn modelId="{2F6513DF-6FF3-4C50-873B-4DDE9251C4F2}" type="presParOf" srcId="{D2F6D323-3C7B-4A09-8A4B-9EEFEEE76099}" destId="{050955B6-A04E-4AA5-931F-CADBC6821EB3}" srcOrd="0" destOrd="0" presId="urn:microsoft.com/office/officeart/2016/7/layout/RepeatingBendingProcessNew"/>
    <dgm:cxn modelId="{EB71912A-1B33-4A08-9CCF-0459FA2BB1E6}" type="presParOf" srcId="{D2F6D323-3C7B-4A09-8A4B-9EEFEEE76099}" destId="{9B046383-F673-4908-9F39-B25AC917EB51}" srcOrd="1" destOrd="0" presId="urn:microsoft.com/office/officeart/2016/7/layout/RepeatingBendingProcessNew"/>
    <dgm:cxn modelId="{F71C1BEA-9445-4F31-8907-0602C75B72E4}" type="presParOf" srcId="{9B046383-F673-4908-9F39-B25AC917EB51}" destId="{14234EB7-8150-4953-B178-DAC369FDB4D8}" srcOrd="0" destOrd="0" presId="urn:microsoft.com/office/officeart/2016/7/layout/RepeatingBendingProcessNew"/>
    <dgm:cxn modelId="{44D5C69A-8D7B-40DA-B4D1-2A9AECEA0E48}" type="presParOf" srcId="{D2F6D323-3C7B-4A09-8A4B-9EEFEEE76099}" destId="{C0A4E146-2278-4C26-8730-B151F8781918}" srcOrd="2" destOrd="0" presId="urn:microsoft.com/office/officeart/2016/7/layout/RepeatingBendingProcessNew"/>
    <dgm:cxn modelId="{247D4EAC-688E-493C-BC5F-49E22496302A}" type="presParOf" srcId="{D2F6D323-3C7B-4A09-8A4B-9EEFEEE76099}" destId="{0F38B14F-13A0-47DA-B9FC-42B5A202F5CB}" srcOrd="3" destOrd="0" presId="urn:microsoft.com/office/officeart/2016/7/layout/RepeatingBendingProcessNew"/>
    <dgm:cxn modelId="{87B49E92-732C-4406-8D8D-258E4BFEDAC3}" type="presParOf" srcId="{0F38B14F-13A0-47DA-B9FC-42B5A202F5CB}" destId="{CA86DEC2-6C8E-471F-AB5A-1C355188A754}" srcOrd="0" destOrd="0" presId="urn:microsoft.com/office/officeart/2016/7/layout/RepeatingBendingProcessNew"/>
    <dgm:cxn modelId="{EA1FE389-8239-4B31-B5A6-80C32962CD1D}" type="presParOf" srcId="{D2F6D323-3C7B-4A09-8A4B-9EEFEEE76099}" destId="{25BDE845-1EFD-4BD1-A532-356DD5985894}" srcOrd="4" destOrd="0" presId="urn:microsoft.com/office/officeart/2016/7/layout/RepeatingBendingProcessNew"/>
    <dgm:cxn modelId="{4A957ADB-073C-432E-BF29-6481A6232CB3}" type="presParOf" srcId="{D2F6D323-3C7B-4A09-8A4B-9EEFEEE76099}" destId="{9C536671-7A37-43FF-805B-D39924D35341}" srcOrd="5" destOrd="0" presId="urn:microsoft.com/office/officeart/2016/7/layout/RepeatingBendingProcessNew"/>
    <dgm:cxn modelId="{34F76AC0-2097-404D-9590-9E8C575C0918}" type="presParOf" srcId="{9C536671-7A37-43FF-805B-D39924D35341}" destId="{96C75478-D17A-49B3-B562-74E6207CA25E}" srcOrd="0" destOrd="0" presId="urn:microsoft.com/office/officeart/2016/7/layout/RepeatingBendingProcessNew"/>
    <dgm:cxn modelId="{9752AB61-19F9-4452-8CD4-15F133408031}" type="presParOf" srcId="{D2F6D323-3C7B-4A09-8A4B-9EEFEEE76099}" destId="{ED1FB921-D10F-47E7-8C19-BA9DDCAF97FA}" srcOrd="6" destOrd="0" presId="urn:microsoft.com/office/officeart/2016/7/layout/RepeatingBendingProcessNew"/>
    <dgm:cxn modelId="{39CE9898-805E-4E0D-A080-8C01964DF128}" type="presParOf" srcId="{D2F6D323-3C7B-4A09-8A4B-9EEFEEE76099}" destId="{2126487E-3BAE-4DA1-8649-19A97465780D}" srcOrd="7" destOrd="0" presId="urn:microsoft.com/office/officeart/2016/7/layout/RepeatingBendingProcessNew"/>
    <dgm:cxn modelId="{14A833FB-1B88-4FED-961A-285AB233F61A}" type="presParOf" srcId="{2126487E-3BAE-4DA1-8649-19A97465780D}" destId="{B88731ED-94C8-4115-99C7-5CDCE6A2BD83}" srcOrd="0" destOrd="0" presId="urn:microsoft.com/office/officeart/2016/7/layout/RepeatingBendingProcessNew"/>
    <dgm:cxn modelId="{0B5BAEBF-9913-489E-BDC8-9FF744394180}" type="presParOf" srcId="{D2F6D323-3C7B-4A09-8A4B-9EEFEEE76099}" destId="{EC3F09F3-832C-4DA6-A6E1-9ACD342C4C05}" srcOrd="8" destOrd="0" presId="urn:microsoft.com/office/officeart/2016/7/layout/RepeatingBendingProcessNew"/>
    <dgm:cxn modelId="{84E9F51B-5420-429B-9D5E-353BD9B93333}" type="presParOf" srcId="{D2F6D323-3C7B-4A09-8A4B-9EEFEEE76099}" destId="{7234921E-1A89-4130-ACDC-A8B04446AB97}" srcOrd="9" destOrd="0" presId="urn:microsoft.com/office/officeart/2016/7/layout/RepeatingBendingProcessNew"/>
    <dgm:cxn modelId="{91F48C7C-F9A6-47CB-9644-5FBAC6533994}" type="presParOf" srcId="{7234921E-1A89-4130-ACDC-A8B04446AB97}" destId="{597D4022-9E8C-4E4E-837A-9EF87778F1DA}" srcOrd="0" destOrd="0" presId="urn:microsoft.com/office/officeart/2016/7/layout/RepeatingBendingProcessNew"/>
    <dgm:cxn modelId="{6D774586-B1B6-4176-B612-BA067E103F63}" type="presParOf" srcId="{D2F6D323-3C7B-4A09-8A4B-9EEFEEE76099}" destId="{3A0BED98-FACA-48AD-A7D9-8ECF7D47BB5B}"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B05C3F-10A0-4F77-9A9B-D1F5BF1011B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B143FA7-F303-4C6E-9768-9C84DA42174D}">
      <dgm:prSet/>
      <dgm:spPr/>
      <dgm:t>
        <a:bodyPr/>
        <a:lstStyle/>
        <a:p>
          <a:r>
            <a:rPr lang="en-US"/>
            <a:t>Short deployment times help companies:</a:t>
          </a:r>
        </a:p>
      </dgm:t>
    </dgm:pt>
    <dgm:pt modelId="{F6548727-3203-4247-AD98-62B9CC8AC3AD}" type="parTrans" cxnId="{3846BBEE-A7EF-480C-98B9-F3F9DF78CC5C}">
      <dgm:prSet/>
      <dgm:spPr/>
      <dgm:t>
        <a:bodyPr/>
        <a:lstStyle/>
        <a:p>
          <a:endParaRPr lang="en-US"/>
        </a:p>
      </dgm:t>
    </dgm:pt>
    <dgm:pt modelId="{7D28B025-CB52-457D-90E9-8FCC5DFC987D}" type="sibTrans" cxnId="{3846BBEE-A7EF-480C-98B9-F3F9DF78CC5C}">
      <dgm:prSet/>
      <dgm:spPr/>
      <dgm:t>
        <a:bodyPr/>
        <a:lstStyle/>
        <a:p>
          <a:endParaRPr lang="en-US"/>
        </a:p>
      </dgm:t>
    </dgm:pt>
    <dgm:pt modelId="{20CE7520-68D5-416D-AE08-0504143FDBC6}">
      <dgm:prSet/>
      <dgm:spPr/>
      <dgm:t>
        <a:bodyPr/>
        <a:lstStyle/>
        <a:p>
          <a:r>
            <a:rPr lang="en-US"/>
            <a:t>Release features quickly</a:t>
          </a:r>
        </a:p>
      </dgm:t>
    </dgm:pt>
    <dgm:pt modelId="{A228A634-0A2C-45D6-9827-67B1B22EA0A8}" type="parTrans" cxnId="{7979A7B3-56B1-4E76-9AFB-4C7B16221088}">
      <dgm:prSet/>
      <dgm:spPr/>
      <dgm:t>
        <a:bodyPr/>
        <a:lstStyle/>
        <a:p>
          <a:endParaRPr lang="en-US"/>
        </a:p>
      </dgm:t>
    </dgm:pt>
    <dgm:pt modelId="{069DFE17-FB4B-433A-9EFD-1243AA0CBA6E}" type="sibTrans" cxnId="{7979A7B3-56B1-4E76-9AFB-4C7B16221088}">
      <dgm:prSet/>
      <dgm:spPr/>
      <dgm:t>
        <a:bodyPr/>
        <a:lstStyle/>
        <a:p>
          <a:endParaRPr lang="en-US"/>
        </a:p>
      </dgm:t>
    </dgm:pt>
    <dgm:pt modelId="{ED3D488C-8A5D-46F4-A45A-BD7F96A22E4D}">
      <dgm:prSet/>
      <dgm:spPr/>
      <dgm:t>
        <a:bodyPr/>
        <a:lstStyle/>
        <a:p>
          <a:r>
            <a:rPr lang="en-US"/>
            <a:t>Fix problems faster</a:t>
          </a:r>
        </a:p>
      </dgm:t>
    </dgm:pt>
    <dgm:pt modelId="{7E76B9D8-71C6-4B57-BA55-E5938516021B}" type="parTrans" cxnId="{CE4AA5A7-4264-4974-BA8B-DE5C5F970114}">
      <dgm:prSet/>
      <dgm:spPr/>
      <dgm:t>
        <a:bodyPr/>
        <a:lstStyle/>
        <a:p>
          <a:endParaRPr lang="en-US"/>
        </a:p>
      </dgm:t>
    </dgm:pt>
    <dgm:pt modelId="{09DD7A05-5F89-4ADC-A5F6-0406CD07F8B1}" type="sibTrans" cxnId="{CE4AA5A7-4264-4974-BA8B-DE5C5F970114}">
      <dgm:prSet/>
      <dgm:spPr/>
      <dgm:t>
        <a:bodyPr/>
        <a:lstStyle/>
        <a:p>
          <a:endParaRPr lang="en-US"/>
        </a:p>
      </dgm:t>
    </dgm:pt>
    <dgm:pt modelId="{7A254C34-6BB6-4592-A4EE-026414EFC97D}">
      <dgm:prSet/>
      <dgm:spPr/>
      <dgm:t>
        <a:bodyPr/>
        <a:lstStyle/>
        <a:p>
          <a:r>
            <a:rPr lang="en-US"/>
            <a:t>Reduce risk because updates are small</a:t>
          </a:r>
        </a:p>
      </dgm:t>
    </dgm:pt>
    <dgm:pt modelId="{40304384-2C81-4EDB-9BD4-579F7AAD7B7D}" type="parTrans" cxnId="{7E844F41-5DAD-469F-AD6D-779BCCEE6A6C}">
      <dgm:prSet/>
      <dgm:spPr/>
      <dgm:t>
        <a:bodyPr/>
        <a:lstStyle/>
        <a:p>
          <a:endParaRPr lang="en-US"/>
        </a:p>
      </dgm:t>
    </dgm:pt>
    <dgm:pt modelId="{62B883D6-9F6B-4156-BF41-23900EC4733D}" type="sibTrans" cxnId="{7E844F41-5DAD-469F-AD6D-779BCCEE6A6C}">
      <dgm:prSet/>
      <dgm:spPr/>
      <dgm:t>
        <a:bodyPr/>
        <a:lstStyle/>
        <a:p>
          <a:endParaRPr lang="en-US"/>
        </a:p>
      </dgm:t>
    </dgm:pt>
    <dgm:pt modelId="{94B3ECAF-C38E-4C98-A381-472BBA1F4F75}">
      <dgm:prSet/>
      <dgm:spPr/>
      <dgm:t>
        <a:bodyPr/>
        <a:lstStyle/>
        <a:p>
          <a:r>
            <a:rPr lang="en-US"/>
            <a:t>Improve customer satisfaction</a:t>
          </a:r>
        </a:p>
      </dgm:t>
    </dgm:pt>
    <dgm:pt modelId="{0085C66D-9791-41C9-8E45-7641E9F351D2}" type="parTrans" cxnId="{202E467A-7D20-4134-82F3-DB5D4F633F16}">
      <dgm:prSet/>
      <dgm:spPr/>
      <dgm:t>
        <a:bodyPr/>
        <a:lstStyle/>
        <a:p>
          <a:endParaRPr lang="en-US"/>
        </a:p>
      </dgm:t>
    </dgm:pt>
    <dgm:pt modelId="{4DAA37F3-3746-490C-A596-1F433A01883A}" type="sibTrans" cxnId="{202E467A-7D20-4134-82F3-DB5D4F633F16}">
      <dgm:prSet/>
      <dgm:spPr/>
      <dgm:t>
        <a:bodyPr/>
        <a:lstStyle/>
        <a:p>
          <a:endParaRPr lang="en-US"/>
        </a:p>
      </dgm:t>
    </dgm:pt>
    <dgm:pt modelId="{F6268DCD-B635-40F2-A9C7-76160E767A5C}">
      <dgm:prSet/>
      <dgm:spPr/>
      <dgm:t>
        <a:bodyPr/>
        <a:lstStyle/>
        <a:p>
          <a:r>
            <a:rPr lang="en-US"/>
            <a:t>Allow teams to learn and improve faster</a:t>
          </a:r>
        </a:p>
      </dgm:t>
    </dgm:pt>
    <dgm:pt modelId="{9D2A5259-D960-4BE0-A4FA-00048286D348}" type="parTrans" cxnId="{4B4A5167-0AEF-4102-B7CC-499A8FD0EC0B}">
      <dgm:prSet/>
      <dgm:spPr/>
      <dgm:t>
        <a:bodyPr/>
        <a:lstStyle/>
        <a:p>
          <a:endParaRPr lang="en-US"/>
        </a:p>
      </dgm:t>
    </dgm:pt>
    <dgm:pt modelId="{A5A6FBF9-6C42-43C9-96AC-3DE88CCB401F}" type="sibTrans" cxnId="{4B4A5167-0AEF-4102-B7CC-499A8FD0EC0B}">
      <dgm:prSet/>
      <dgm:spPr/>
      <dgm:t>
        <a:bodyPr/>
        <a:lstStyle/>
        <a:p>
          <a:endParaRPr lang="en-US"/>
        </a:p>
      </dgm:t>
    </dgm:pt>
    <dgm:pt modelId="{AC222A3C-51DC-424D-9E51-171B09B792ED}" type="pres">
      <dgm:prSet presAssocID="{3CB05C3F-10A0-4F77-9A9B-D1F5BF1011BD}" presName="root" presStyleCnt="0">
        <dgm:presLayoutVars>
          <dgm:dir/>
          <dgm:resizeHandles val="exact"/>
        </dgm:presLayoutVars>
      </dgm:prSet>
      <dgm:spPr/>
    </dgm:pt>
    <dgm:pt modelId="{4C21E334-ABD8-48F9-9884-6EE93B8E2C51}" type="pres">
      <dgm:prSet presAssocID="{9B143FA7-F303-4C6E-9768-9C84DA42174D}" presName="compNode" presStyleCnt="0"/>
      <dgm:spPr/>
    </dgm:pt>
    <dgm:pt modelId="{5E680672-F3AE-4077-B304-86B46E61A91A}" type="pres">
      <dgm:prSet presAssocID="{9B143FA7-F303-4C6E-9768-9C84DA42174D}" presName="bgRect" presStyleLbl="bgShp" presStyleIdx="0" presStyleCnt="6"/>
      <dgm:spPr/>
    </dgm:pt>
    <dgm:pt modelId="{F6966001-5159-4E3B-8356-5A2B89C9BE41}" type="pres">
      <dgm:prSet presAssocID="{9B143FA7-F303-4C6E-9768-9C84DA42174D}"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ading"/>
        </a:ext>
      </dgm:extLst>
    </dgm:pt>
    <dgm:pt modelId="{B1D42486-089B-4D44-BF1D-55BA540E7052}" type="pres">
      <dgm:prSet presAssocID="{9B143FA7-F303-4C6E-9768-9C84DA42174D}" presName="spaceRect" presStyleCnt="0"/>
      <dgm:spPr/>
    </dgm:pt>
    <dgm:pt modelId="{28D5E8D4-6F08-41F3-A03C-87E6CB605C9E}" type="pres">
      <dgm:prSet presAssocID="{9B143FA7-F303-4C6E-9768-9C84DA42174D}" presName="parTx" presStyleLbl="revTx" presStyleIdx="0" presStyleCnt="6">
        <dgm:presLayoutVars>
          <dgm:chMax val="0"/>
          <dgm:chPref val="0"/>
        </dgm:presLayoutVars>
      </dgm:prSet>
      <dgm:spPr/>
    </dgm:pt>
    <dgm:pt modelId="{075A5182-61C4-433D-96A9-54D1162CFBAC}" type="pres">
      <dgm:prSet presAssocID="{7D28B025-CB52-457D-90E9-8FCC5DFC987D}" presName="sibTrans" presStyleCnt="0"/>
      <dgm:spPr/>
    </dgm:pt>
    <dgm:pt modelId="{0AB9851D-CFAD-4979-B438-60BBDF065504}" type="pres">
      <dgm:prSet presAssocID="{20CE7520-68D5-416D-AE08-0504143FDBC6}" presName="compNode" presStyleCnt="0"/>
      <dgm:spPr/>
    </dgm:pt>
    <dgm:pt modelId="{E61E104A-B194-4262-A211-B3110F47C918}" type="pres">
      <dgm:prSet presAssocID="{20CE7520-68D5-416D-AE08-0504143FDBC6}" presName="bgRect" presStyleLbl="bgShp" presStyleIdx="1" presStyleCnt="6"/>
      <dgm:spPr/>
    </dgm:pt>
    <dgm:pt modelId="{61A11C27-1F7F-496E-A29B-F7935846172C}" type="pres">
      <dgm:prSet presAssocID="{20CE7520-68D5-416D-AE08-0504143FDBC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un"/>
        </a:ext>
      </dgm:extLst>
    </dgm:pt>
    <dgm:pt modelId="{3F3B9AE0-CA0F-4535-87FC-8B8059155B57}" type="pres">
      <dgm:prSet presAssocID="{20CE7520-68D5-416D-AE08-0504143FDBC6}" presName="spaceRect" presStyleCnt="0"/>
      <dgm:spPr/>
    </dgm:pt>
    <dgm:pt modelId="{71DBD476-AA16-4F12-8E03-199BCDEF731B}" type="pres">
      <dgm:prSet presAssocID="{20CE7520-68D5-416D-AE08-0504143FDBC6}" presName="parTx" presStyleLbl="revTx" presStyleIdx="1" presStyleCnt="6">
        <dgm:presLayoutVars>
          <dgm:chMax val="0"/>
          <dgm:chPref val="0"/>
        </dgm:presLayoutVars>
      </dgm:prSet>
      <dgm:spPr/>
    </dgm:pt>
    <dgm:pt modelId="{AA52498A-D84F-4131-BA12-073AB7D1DFD3}" type="pres">
      <dgm:prSet presAssocID="{069DFE17-FB4B-433A-9EFD-1243AA0CBA6E}" presName="sibTrans" presStyleCnt="0"/>
      <dgm:spPr/>
    </dgm:pt>
    <dgm:pt modelId="{AD25FC07-8DB3-432F-9EC0-6D04B064AD50}" type="pres">
      <dgm:prSet presAssocID="{ED3D488C-8A5D-46F4-A45A-BD7F96A22E4D}" presName="compNode" presStyleCnt="0"/>
      <dgm:spPr/>
    </dgm:pt>
    <dgm:pt modelId="{5FBDEAD1-65AC-4ED5-BAF4-32C97C3E4AE5}" type="pres">
      <dgm:prSet presAssocID="{ED3D488C-8A5D-46F4-A45A-BD7F96A22E4D}" presName="bgRect" presStyleLbl="bgShp" presStyleIdx="2" presStyleCnt="6"/>
      <dgm:spPr/>
    </dgm:pt>
    <dgm:pt modelId="{F4AAE685-EC75-4FA1-A529-CAE686880993}" type="pres">
      <dgm:prSet presAssocID="{ED3D488C-8A5D-46F4-A45A-BD7F96A22E4D}"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ols"/>
        </a:ext>
      </dgm:extLst>
    </dgm:pt>
    <dgm:pt modelId="{58A78BBD-9FDB-4408-93D2-E0D4E7AA28F2}" type="pres">
      <dgm:prSet presAssocID="{ED3D488C-8A5D-46F4-A45A-BD7F96A22E4D}" presName="spaceRect" presStyleCnt="0"/>
      <dgm:spPr/>
    </dgm:pt>
    <dgm:pt modelId="{695274CB-E39E-498C-99C6-B4FA2010193E}" type="pres">
      <dgm:prSet presAssocID="{ED3D488C-8A5D-46F4-A45A-BD7F96A22E4D}" presName="parTx" presStyleLbl="revTx" presStyleIdx="2" presStyleCnt="6">
        <dgm:presLayoutVars>
          <dgm:chMax val="0"/>
          <dgm:chPref val="0"/>
        </dgm:presLayoutVars>
      </dgm:prSet>
      <dgm:spPr/>
    </dgm:pt>
    <dgm:pt modelId="{CAB634B1-E87C-405E-9AF4-462278CEF0FB}" type="pres">
      <dgm:prSet presAssocID="{09DD7A05-5F89-4ADC-A5F6-0406CD07F8B1}" presName="sibTrans" presStyleCnt="0"/>
      <dgm:spPr/>
    </dgm:pt>
    <dgm:pt modelId="{F08394A5-8FEB-4A3B-968E-08AE9288DAC2}" type="pres">
      <dgm:prSet presAssocID="{7A254C34-6BB6-4592-A4EE-026414EFC97D}" presName="compNode" presStyleCnt="0"/>
      <dgm:spPr/>
    </dgm:pt>
    <dgm:pt modelId="{DBBC221B-BDF5-4E8B-ADEA-6C9331908F99}" type="pres">
      <dgm:prSet presAssocID="{7A254C34-6BB6-4592-A4EE-026414EFC97D}" presName="bgRect" presStyleLbl="bgShp" presStyleIdx="3" presStyleCnt="6"/>
      <dgm:spPr/>
    </dgm:pt>
    <dgm:pt modelId="{933A2A47-C591-476E-9B0B-DDE53E67A4E7}" type="pres">
      <dgm:prSet presAssocID="{7A254C34-6BB6-4592-A4EE-026414EFC97D}"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rning"/>
        </a:ext>
      </dgm:extLst>
    </dgm:pt>
    <dgm:pt modelId="{A769D3AA-7E86-4F8F-87B1-C56230C48BA2}" type="pres">
      <dgm:prSet presAssocID="{7A254C34-6BB6-4592-A4EE-026414EFC97D}" presName="spaceRect" presStyleCnt="0"/>
      <dgm:spPr/>
    </dgm:pt>
    <dgm:pt modelId="{FD661A81-DADA-4356-95B3-10704119E942}" type="pres">
      <dgm:prSet presAssocID="{7A254C34-6BB6-4592-A4EE-026414EFC97D}" presName="parTx" presStyleLbl="revTx" presStyleIdx="3" presStyleCnt="6">
        <dgm:presLayoutVars>
          <dgm:chMax val="0"/>
          <dgm:chPref val="0"/>
        </dgm:presLayoutVars>
      </dgm:prSet>
      <dgm:spPr/>
    </dgm:pt>
    <dgm:pt modelId="{FFDBD8E5-220D-4835-8F2D-0EA52912C53A}" type="pres">
      <dgm:prSet presAssocID="{62B883D6-9F6B-4156-BF41-23900EC4733D}" presName="sibTrans" presStyleCnt="0"/>
      <dgm:spPr/>
    </dgm:pt>
    <dgm:pt modelId="{2B3D2698-DF4D-494D-829C-5B04327D512A}" type="pres">
      <dgm:prSet presAssocID="{94B3ECAF-C38E-4C98-A381-472BBA1F4F75}" presName="compNode" presStyleCnt="0"/>
      <dgm:spPr/>
    </dgm:pt>
    <dgm:pt modelId="{C535ACD2-7412-4119-A14B-9038365074BA}" type="pres">
      <dgm:prSet presAssocID="{94B3ECAF-C38E-4C98-A381-472BBA1F4F75}" presName="bgRect" presStyleLbl="bgShp" presStyleIdx="4" presStyleCnt="6"/>
      <dgm:spPr/>
    </dgm:pt>
    <dgm:pt modelId="{392562ED-2EE8-4EA3-B5BC-A5B5676F5EA6}" type="pres">
      <dgm:prSet presAssocID="{94B3ECAF-C38E-4C98-A381-472BBA1F4F75}"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miling Face with No Fill"/>
        </a:ext>
      </dgm:extLst>
    </dgm:pt>
    <dgm:pt modelId="{AF730A5C-8D9E-4BCA-BB22-75036E72576D}" type="pres">
      <dgm:prSet presAssocID="{94B3ECAF-C38E-4C98-A381-472BBA1F4F75}" presName="spaceRect" presStyleCnt="0"/>
      <dgm:spPr/>
    </dgm:pt>
    <dgm:pt modelId="{D5555EA3-CAAE-4A95-9C0A-146577105336}" type="pres">
      <dgm:prSet presAssocID="{94B3ECAF-C38E-4C98-A381-472BBA1F4F75}" presName="parTx" presStyleLbl="revTx" presStyleIdx="4" presStyleCnt="6">
        <dgm:presLayoutVars>
          <dgm:chMax val="0"/>
          <dgm:chPref val="0"/>
        </dgm:presLayoutVars>
      </dgm:prSet>
      <dgm:spPr/>
    </dgm:pt>
    <dgm:pt modelId="{C867C51E-BCBB-4952-91DE-6D538046B19B}" type="pres">
      <dgm:prSet presAssocID="{4DAA37F3-3746-490C-A596-1F433A01883A}" presName="sibTrans" presStyleCnt="0"/>
      <dgm:spPr/>
    </dgm:pt>
    <dgm:pt modelId="{C8144DF9-2AB5-4069-9CEB-DD99A6251473}" type="pres">
      <dgm:prSet presAssocID="{F6268DCD-B635-40F2-A9C7-76160E767A5C}" presName="compNode" presStyleCnt="0"/>
      <dgm:spPr/>
    </dgm:pt>
    <dgm:pt modelId="{EEADF1EB-B90F-4926-930F-0190CA86EF61}" type="pres">
      <dgm:prSet presAssocID="{F6268DCD-B635-40F2-A9C7-76160E767A5C}" presName="bgRect" presStyleLbl="bgShp" presStyleIdx="5" presStyleCnt="6"/>
      <dgm:spPr/>
    </dgm:pt>
    <dgm:pt modelId="{95197582-C435-4262-919C-5BC9E43297FC}" type="pres">
      <dgm:prSet presAssocID="{F6268DCD-B635-40F2-A9C7-76160E767A5C}"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97C5E778-5251-449D-9377-26588A2B8EE9}" type="pres">
      <dgm:prSet presAssocID="{F6268DCD-B635-40F2-A9C7-76160E767A5C}" presName="spaceRect" presStyleCnt="0"/>
      <dgm:spPr/>
    </dgm:pt>
    <dgm:pt modelId="{E156A705-D3B8-4E1B-833D-1CE4045368FD}" type="pres">
      <dgm:prSet presAssocID="{F6268DCD-B635-40F2-A9C7-76160E767A5C}" presName="parTx" presStyleLbl="revTx" presStyleIdx="5" presStyleCnt="6">
        <dgm:presLayoutVars>
          <dgm:chMax val="0"/>
          <dgm:chPref val="0"/>
        </dgm:presLayoutVars>
      </dgm:prSet>
      <dgm:spPr/>
    </dgm:pt>
  </dgm:ptLst>
  <dgm:cxnLst>
    <dgm:cxn modelId="{7E844F41-5DAD-469F-AD6D-779BCCEE6A6C}" srcId="{3CB05C3F-10A0-4F77-9A9B-D1F5BF1011BD}" destId="{7A254C34-6BB6-4592-A4EE-026414EFC97D}" srcOrd="3" destOrd="0" parTransId="{40304384-2C81-4EDB-9BD4-579F7AAD7B7D}" sibTransId="{62B883D6-9F6B-4156-BF41-23900EC4733D}"/>
    <dgm:cxn modelId="{ECAE3745-3DEC-4B10-A867-09E01FC2EAEF}" type="presOf" srcId="{ED3D488C-8A5D-46F4-A45A-BD7F96A22E4D}" destId="{695274CB-E39E-498C-99C6-B4FA2010193E}" srcOrd="0" destOrd="0" presId="urn:microsoft.com/office/officeart/2018/2/layout/IconVerticalSolidList"/>
    <dgm:cxn modelId="{4B4A5167-0AEF-4102-B7CC-499A8FD0EC0B}" srcId="{3CB05C3F-10A0-4F77-9A9B-D1F5BF1011BD}" destId="{F6268DCD-B635-40F2-A9C7-76160E767A5C}" srcOrd="5" destOrd="0" parTransId="{9D2A5259-D960-4BE0-A4FA-00048286D348}" sibTransId="{A5A6FBF9-6C42-43C9-96AC-3DE88CCB401F}"/>
    <dgm:cxn modelId="{CC2E2473-710B-4A04-B9A9-B7A46F1F30D3}" type="presOf" srcId="{20CE7520-68D5-416D-AE08-0504143FDBC6}" destId="{71DBD476-AA16-4F12-8E03-199BCDEF731B}" srcOrd="0" destOrd="0" presId="urn:microsoft.com/office/officeart/2018/2/layout/IconVerticalSolidList"/>
    <dgm:cxn modelId="{202E467A-7D20-4134-82F3-DB5D4F633F16}" srcId="{3CB05C3F-10A0-4F77-9A9B-D1F5BF1011BD}" destId="{94B3ECAF-C38E-4C98-A381-472BBA1F4F75}" srcOrd="4" destOrd="0" parTransId="{0085C66D-9791-41C9-8E45-7641E9F351D2}" sibTransId="{4DAA37F3-3746-490C-A596-1F433A01883A}"/>
    <dgm:cxn modelId="{BCFBDC84-6AF8-4ACA-A629-85C6AB845383}" type="presOf" srcId="{3CB05C3F-10A0-4F77-9A9B-D1F5BF1011BD}" destId="{AC222A3C-51DC-424D-9E51-171B09B792ED}" srcOrd="0" destOrd="0" presId="urn:microsoft.com/office/officeart/2018/2/layout/IconVerticalSolidList"/>
    <dgm:cxn modelId="{3245D2A1-F2C4-48EC-9430-AE58D391B9C5}" type="presOf" srcId="{94B3ECAF-C38E-4C98-A381-472BBA1F4F75}" destId="{D5555EA3-CAAE-4A95-9C0A-146577105336}" srcOrd="0" destOrd="0" presId="urn:microsoft.com/office/officeart/2018/2/layout/IconVerticalSolidList"/>
    <dgm:cxn modelId="{CE4AA5A7-4264-4974-BA8B-DE5C5F970114}" srcId="{3CB05C3F-10A0-4F77-9A9B-D1F5BF1011BD}" destId="{ED3D488C-8A5D-46F4-A45A-BD7F96A22E4D}" srcOrd="2" destOrd="0" parTransId="{7E76B9D8-71C6-4B57-BA55-E5938516021B}" sibTransId="{09DD7A05-5F89-4ADC-A5F6-0406CD07F8B1}"/>
    <dgm:cxn modelId="{7979A7B3-56B1-4E76-9AFB-4C7B16221088}" srcId="{3CB05C3F-10A0-4F77-9A9B-D1F5BF1011BD}" destId="{20CE7520-68D5-416D-AE08-0504143FDBC6}" srcOrd="1" destOrd="0" parTransId="{A228A634-0A2C-45D6-9827-67B1B22EA0A8}" sibTransId="{069DFE17-FB4B-433A-9EFD-1243AA0CBA6E}"/>
    <dgm:cxn modelId="{11ED7EC2-599A-4CE9-B806-7A2E3A366AB6}" type="presOf" srcId="{7A254C34-6BB6-4592-A4EE-026414EFC97D}" destId="{FD661A81-DADA-4356-95B3-10704119E942}" srcOrd="0" destOrd="0" presId="urn:microsoft.com/office/officeart/2018/2/layout/IconVerticalSolidList"/>
    <dgm:cxn modelId="{3846BBEE-A7EF-480C-98B9-F3F9DF78CC5C}" srcId="{3CB05C3F-10A0-4F77-9A9B-D1F5BF1011BD}" destId="{9B143FA7-F303-4C6E-9768-9C84DA42174D}" srcOrd="0" destOrd="0" parTransId="{F6548727-3203-4247-AD98-62B9CC8AC3AD}" sibTransId="{7D28B025-CB52-457D-90E9-8FCC5DFC987D}"/>
    <dgm:cxn modelId="{695C65F3-957D-4762-B62C-B67C598ED512}" type="presOf" srcId="{F6268DCD-B635-40F2-A9C7-76160E767A5C}" destId="{E156A705-D3B8-4E1B-833D-1CE4045368FD}" srcOrd="0" destOrd="0" presId="urn:microsoft.com/office/officeart/2018/2/layout/IconVerticalSolidList"/>
    <dgm:cxn modelId="{04102CF6-5ABD-46F3-827E-26D39B56C9BA}" type="presOf" srcId="{9B143FA7-F303-4C6E-9768-9C84DA42174D}" destId="{28D5E8D4-6F08-41F3-A03C-87E6CB605C9E}" srcOrd="0" destOrd="0" presId="urn:microsoft.com/office/officeart/2018/2/layout/IconVerticalSolidList"/>
    <dgm:cxn modelId="{ED0752F4-6482-4CE9-B964-4A454295878C}" type="presParOf" srcId="{AC222A3C-51DC-424D-9E51-171B09B792ED}" destId="{4C21E334-ABD8-48F9-9884-6EE93B8E2C51}" srcOrd="0" destOrd="0" presId="urn:microsoft.com/office/officeart/2018/2/layout/IconVerticalSolidList"/>
    <dgm:cxn modelId="{DD989280-3378-4660-9BE1-8A30487B1C2B}" type="presParOf" srcId="{4C21E334-ABD8-48F9-9884-6EE93B8E2C51}" destId="{5E680672-F3AE-4077-B304-86B46E61A91A}" srcOrd="0" destOrd="0" presId="urn:microsoft.com/office/officeart/2018/2/layout/IconVerticalSolidList"/>
    <dgm:cxn modelId="{EB10ED1C-D721-4F0B-9AA1-293FB490A280}" type="presParOf" srcId="{4C21E334-ABD8-48F9-9884-6EE93B8E2C51}" destId="{F6966001-5159-4E3B-8356-5A2B89C9BE41}" srcOrd="1" destOrd="0" presId="urn:microsoft.com/office/officeart/2018/2/layout/IconVerticalSolidList"/>
    <dgm:cxn modelId="{510FB824-E05B-49DC-AB32-4FFDFDC6DA1B}" type="presParOf" srcId="{4C21E334-ABD8-48F9-9884-6EE93B8E2C51}" destId="{B1D42486-089B-4D44-BF1D-55BA540E7052}" srcOrd="2" destOrd="0" presId="urn:microsoft.com/office/officeart/2018/2/layout/IconVerticalSolidList"/>
    <dgm:cxn modelId="{EE27043F-F49B-44B6-B52B-406CA8CA28E7}" type="presParOf" srcId="{4C21E334-ABD8-48F9-9884-6EE93B8E2C51}" destId="{28D5E8D4-6F08-41F3-A03C-87E6CB605C9E}" srcOrd="3" destOrd="0" presId="urn:microsoft.com/office/officeart/2018/2/layout/IconVerticalSolidList"/>
    <dgm:cxn modelId="{A0160332-E2C1-4AC3-A5B6-208C91061688}" type="presParOf" srcId="{AC222A3C-51DC-424D-9E51-171B09B792ED}" destId="{075A5182-61C4-433D-96A9-54D1162CFBAC}" srcOrd="1" destOrd="0" presId="urn:microsoft.com/office/officeart/2018/2/layout/IconVerticalSolidList"/>
    <dgm:cxn modelId="{4086C82E-ED7E-49E6-B49A-BA7ED1EC96C7}" type="presParOf" srcId="{AC222A3C-51DC-424D-9E51-171B09B792ED}" destId="{0AB9851D-CFAD-4979-B438-60BBDF065504}" srcOrd="2" destOrd="0" presId="urn:microsoft.com/office/officeart/2018/2/layout/IconVerticalSolidList"/>
    <dgm:cxn modelId="{6ABB9F55-713C-4030-9CE5-2973E076E6E1}" type="presParOf" srcId="{0AB9851D-CFAD-4979-B438-60BBDF065504}" destId="{E61E104A-B194-4262-A211-B3110F47C918}" srcOrd="0" destOrd="0" presId="urn:microsoft.com/office/officeart/2018/2/layout/IconVerticalSolidList"/>
    <dgm:cxn modelId="{CB460260-5F9F-41A9-A232-A34ADB333817}" type="presParOf" srcId="{0AB9851D-CFAD-4979-B438-60BBDF065504}" destId="{61A11C27-1F7F-496E-A29B-F7935846172C}" srcOrd="1" destOrd="0" presId="urn:microsoft.com/office/officeart/2018/2/layout/IconVerticalSolidList"/>
    <dgm:cxn modelId="{E4A20D6A-6835-4686-8849-C10136027D08}" type="presParOf" srcId="{0AB9851D-CFAD-4979-B438-60BBDF065504}" destId="{3F3B9AE0-CA0F-4535-87FC-8B8059155B57}" srcOrd="2" destOrd="0" presId="urn:microsoft.com/office/officeart/2018/2/layout/IconVerticalSolidList"/>
    <dgm:cxn modelId="{4795B33D-6D62-4640-843D-B61C6C53FEB7}" type="presParOf" srcId="{0AB9851D-CFAD-4979-B438-60BBDF065504}" destId="{71DBD476-AA16-4F12-8E03-199BCDEF731B}" srcOrd="3" destOrd="0" presId="urn:microsoft.com/office/officeart/2018/2/layout/IconVerticalSolidList"/>
    <dgm:cxn modelId="{9B75BA14-CEC5-4AEF-B6EB-33F343E5EC4F}" type="presParOf" srcId="{AC222A3C-51DC-424D-9E51-171B09B792ED}" destId="{AA52498A-D84F-4131-BA12-073AB7D1DFD3}" srcOrd="3" destOrd="0" presId="urn:microsoft.com/office/officeart/2018/2/layout/IconVerticalSolidList"/>
    <dgm:cxn modelId="{71645FC6-77A1-44A9-A80E-58BC72C6F3AF}" type="presParOf" srcId="{AC222A3C-51DC-424D-9E51-171B09B792ED}" destId="{AD25FC07-8DB3-432F-9EC0-6D04B064AD50}" srcOrd="4" destOrd="0" presId="urn:microsoft.com/office/officeart/2018/2/layout/IconVerticalSolidList"/>
    <dgm:cxn modelId="{5308678A-52C2-40F3-AF55-B2E0A823A794}" type="presParOf" srcId="{AD25FC07-8DB3-432F-9EC0-6D04B064AD50}" destId="{5FBDEAD1-65AC-4ED5-BAF4-32C97C3E4AE5}" srcOrd="0" destOrd="0" presId="urn:microsoft.com/office/officeart/2018/2/layout/IconVerticalSolidList"/>
    <dgm:cxn modelId="{76E77F59-FEF1-49BF-8DE4-17B8C20DB9BD}" type="presParOf" srcId="{AD25FC07-8DB3-432F-9EC0-6D04B064AD50}" destId="{F4AAE685-EC75-4FA1-A529-CAE686880993}" srcOrd="1" destOrd="0" presId="urn:microsoft.com/office/officeart/2018/2/layout/IconVerticalSolidList"/>
    <dgm:cxn modelId="{7B6F9E55-2D2F-4208-9FB1-8B24061DCDFD}" type="presParOf" srcId="{AD25FC07-8DB3-432F-9EC0-6D04B064AD50}" destId="{58A78BBD-9FDB-4408-93D2-E0D4E7AA28F2}" srcOrd="2" destOrd="0" presId="urn:microsoft.com/office/officeart/2018/2/layout/IconVerticalSolidList"/>
    <dgm:cxn modelId="{3ABE14E5-E769-442C-B9E3-7CDC847DDB08}" type="presParOf" srcId="{AD25FC07-8DB3-432F-9EC0-6D04B064AD50}" destId="{695274CB-E39E-498C-99C6-B4FA2010193E}" srcOrd="3" destOrd="0" presId="urn:microsoft.com/office/officeart/2018/2/layout/IconVerticalSolidList"/>
    <dgm:cxn modelId="{E066BB1F-3036-4D68-9524-9CBC51A12B10}" type="presParOf" srcId="{AC222A3C-51DC-424D-9E51-171B09B792ED}" destId="{CAB634B1-E87C-405E-9AF4-462278CEF0FB}" srcOrd="5" destOrd="0" presId="urn:microsoft.com/office/officeart/2018/2/layout/IconVerticalSolidList"/>
    <dgm:cxn modelId="{E438D466-BEB6-4118-A510-B6672C942C14}" type="presParOf" srcId="{AC222A3C-51DC-424D-9E51-171B09B792ED}" destId="{F08394A5-8FEB-4A3B-968E-08AE9288DAC2}" srcOrd="6" destOrd="0" presId="urn:microsoft.com/office/officeart/2018/2/layout/IconVerticalSolidList"/>
    <dgm:cxn modelId="{A8B7AA1B-A4EA-415B-8951-55CAD3BDEFB4}" type="presParOf" srcId="{F08394A5-8FEB-4A3B-968E-08AE9288DAC2}" destId="{DBBC221B-BDF5-4E8B-ADEA-6C9331908F99}" srcOrd="0" destOrd="0" presId="urn:microsoft.com/office/officeart/2018/2/layout/IconVerticalSolidList"/>
    <dgm:cxn modelId="{1D48242D-A2B1-4050-A9C4-4E0047580B9B}" type="presParOf" srcId="{F08394A5-8FEB-4A3B-968E-08AE9288DAC2}" destId="{933A2A47-C591-476E-9B0B-DDE53E67A4E7}" srcOrd="1" destOrd="0" presId="urn:microsoft.com/office/officeart/2018/2/layout/IconVerticalSolidList"/>
    <dgm:cxn modelId="{F9E8A4F7-9471-4360-90E1-60C76745F5AE}" type="presParOf" srcId="{F08394A5-8FEB-4A3B-968E-08AE9288DAC2}" destId="{A769D3AA-7E86-4F8F-87B1-C56230C48BA2}" srcOrd="2" destOrd="0" presId="urn:microsoft.com/office/officeart/2018/2/layout/IconVerticalSolidList"/>
    <dgm:cxn modelId="{B7C95CB1-091D-4A7E-A7A6-77F35AE12AC7}" type="presParOf" srcId="{F08394A5-8FEB-4A3B-968E-08AE9288DAC2}" destId="{FD661A81-DADA-4356-95B3-10704119E942}" srcOrd="3" destOrd="0" presId="urn:microsoft.com/office/officeart/2018/2/layout/IconVerticalSolidList"/>
    <dgm:cxn modelId="{E59C7C10-C583-4A3C-B85B-085D1C912688}" type="presParOf" srcId="{AC222A3C-51DC-424D-9E51-171B09B792ED}" destId="{FFDBD8E5-220D-4835-8F2D-0EA52912C53A}" srcOrd="7" destOrd="0" presId="urn:microsoft.com/office/officeart/2018/2/layout/IconVerticalSolidList"/>
    <dgm:cxn modelId="{EC39A099-EEE0-4AD8-BEC6-20C13D1E5BD7}" type="presParOf" srcId="{AC222A3C-51DC-424D-9E51-171B09B792ED}" destId="{2B3D2698-DF4D-494D-829C-5B04327D512A}" srcOrd="8" destOrd="0" presId="urn:microsoft.com/office/officeart/2018/2/layout/IconVerticalSolidList"/>
    <dgm:cxn modelId="{B79159AE-4D43-4975-A560-B6758370B652}" type="presParOf" srcId="{2B3D2698-DF4D-494D-829C-5B04327D512A}" destId="{C535ACD2-7412-4119-A14B-9038365074BA}" srcOrd="0" destOrd="0" presId="urn:microsoft.com/office/officeart/2018/2/layout/IconVerticalSolidList"/>
    <dgm:cxn modelId="{AC3FF21D-FAB2-4D68-8CB3-680F75DDFC42}" type="presParOf" srcId="{2B3D2698-DF4D-494D-829C-5B04327D512A}" destId="{392562ED-2EE8-4EA3-B5BC-A5B5676F5EA6}" srcOrd="1" destOrd="0" presId="urn:microsoft.com/office/officeart/2018/2/layout/IconVerticalSolidList"/>
    <dgm:cxn modelId="{C381488F-D93D-4DED-8474-C5FC9DB624F3}" type="presParOf" srcId="{2B3D2698-DF4D-494D-829C-5B04327D512A}" destId="{AF730A5C-8D9E-4BCA-BB22-75036E72576D}" srcOrd="2" destOrd="0" presId="urn:microsoft.com/office/officeart/2018/2/layout/IconVerticalSolidList"/>
    <dgm:cxn modelId="{E3B9B8C4-766B-46B0-804B-25CBDBDB7661}" type="presParOf" srcId="{2B3D2698-DF4D-494D-829C-5B04327D512A}" destId="{D5555EA3-CAAE-4A95-9C0A-146577105336}" srcOrd="3" destOrd="0" presId="urn:microsoft.com/office/officeart/2018/2/layout/IconVerticalSolidList"/>
    <dgm:cxn modelId="{16647981-CCBB-4A31-812C-58453991FAE7}" type="presParOf" srcId="{AC222A3C-51DC-424D-9E51-171B09B792ED}" destId="{C867C51E-BCBB-4952-91DE-6D538046B19B}" srcOrd="9" destOrd="0" presId="urn:microsoft.com/office/officeart/2018/2/layout/IconVerticalSolidList"/>
    <dgm:cxn modelId="{EC0F66EF-03FA-4307-9A77-C6B291DAAC6C}" type="presParOf" srcId="{AC222A3C-51DC-424D-9E51-171B09B792ED}" destId="{C8144DF9-2AB5-4069-9CEB-DD99A6251473}" srcOrd="10" destOrd="0" presId="urn:microsoft.com/office/officeart/2018/2/layout/IconVerticalSolidList"/>
    <dgm:cxn modelId="{9AA9A8D5-58D8-4C24-94C5-4988AF5CED60}" type="presParOf" srcId="{C8144DF9-2AB5-4069-9CEB-DD99A6251473}" destId="{EEADF1EB-B90F-4926-930F-0190CA86EF61}" srcOrd="0" destOrd="0" presId="urn:microsoft.com/office/officeart/2018/2/layout/IconVerticalSolidList"/>
    <dgm:cxn modelId="{0542E6E1-2650-4396-BE2D-D48B58F716F9}" type="presParOf" srcId="{C8144DF9-2AB5-4069-9CEB-DD99A6251473}" destId="{95197582-C435-4262-919C-5BC9E43297FC}" srcOrd="1" destOrd="0" presId="urn:microsoft.com/office/officeart/2018/2/layout/IconVerticalSolidList"/>
    <dgm:cxn modelId="{F08C9314-14D2-469D-A449-D9A208951600}" type="presParOf" srcId="{C8144DF9-2AB5-4069-9CEB-DD99A6251473}" destId="{97C5E778-5251-449D-9377-26588A2B8EE9}" srcOrd="2" destOrd="0" presId="urn:microsoft.com/office/officeart/2018/2/layout/IconVerticalSolidList"/>
    <dgm:cxn modelId="{8D905F7B-E7A7-43B3-AB03-C425D070B318}" type="presParOf" srcId="{C8144DF9-2AB5-4069-9CEB-DD99A6251473}" destId="{E156A705-D3B8-4E1B-833D-1CE4045368F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CAEBFB-A459-41BA-85A1-367F9FE3A0BC}">
      <dsp:nvSpPr>
        <dsp:cNvPr id="0" name=""/>
        <dsp:cNvSpPr/>
      </dsp:nvSpPr>
      <dsp:spPr>
        <a:xfrm>
          <a:off x="1968600" y="22678"/>
          <a:ext cx="2196000" cy="2196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1EF37F-E3EC-4D1D-B6FB-DAC946702DC8}">
      <dsp:nvSpPr>
        <dsp:cNvPr id="0" name=""/>
        <dsp:cNvSpPr/>
      </dsp:nvSpPr>
      <dsp:spPr>
        <a:xfrm>
          <a:off x="2436600" y="490678"/>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138051E-8197-46B9-8A6D-40CF30E9ED48}">
      <dsp:nvSpPr>
        <dsp:cNvPr id="0" name=""/>
        <dsp:cNvSpPr/>
      </dsp:nvSpPr>
      <dsp:spPr>
        <a:xfrm>
          <a:off x="1266600" y="2902678"/>
          <a:ext cx="36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Lead Time:</a:t>
          </a:r>
          <a:r>
            <a:rPr lang="en-US" sz="1100" kern="1200"/>
            <a:t> The total time from when work is requested until it is delivered.</a:t>
          </a:r>
          <a:br>
            <a:rPr lang="en-US" sz="1100" kern="1200"/>
          </a:br>
          <a:endParaRPr lang="en-US" sz="1100" kern="1200"/>
        </a:p>
      </dsp:txBody>
      <dsp:txXfrm>
        <a:off x="1266600" y="2902678"/>
        <a:ext cx="3600000" cy="765000"/>
      </dsp:txXfrm>
    </dsp:sp>
    <dsp:sp modelId="{B9782E2A-2E5B-4145-8CDE-C4DFCA8FADC7}">
      <dsp:nvSpPr>
        <dsp:cNvPr id="0" name=""/>
        <dsp:cNvSpPr/>
      </dsp:nvSpPr>
      <dsp:spPr>
        <a:xfrm>
          <a:off x="6198600" y="22678"/>
          <a:ext cx="2196000" cy="2196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49083C-CC73-4E78-996B-B048E17130BE}">
      <dsp:nvSpPr>
        <dsp:cNvPr id="0" name=""/>
        <dsp:cNvSpPr/>
      </dsp:nvSpPr>
      <dsp:spPr>
        <a:xfrm>
          <a:off x="6666600" y="490678"/>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EEB59C9-B747-4498-B38F-F71F918D9050}">
      <dsp:nvSpPr>
        <dsp:cNvPr id="0" name=""/>
        <dsp:cNvSpPr/>
      </dsp:nvSpPr>
      <dsp:spPr>
        <a:xfrm>
          <a:off x="5496600" y="2902678"/>
          <a:ext cx="3600000"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a:t>Processing Time:</a:t>
          </a:r>
          <a:r>
            <a:rPr lang="en-US" sz="1100" kern="1200"/>
            <a:t> The time developers are actually working on the task.</a:t>
          </a:r>
          <a:br>
            <a:rPr lang="en-US" sz="1100" kern="1200"/>
          </a:br>
          <a:r>
            <a:rPr lang="en-US" sz="1100" kern="1200"/>
            <a:t>Lead time is usually much longer because of waiting, delays, and handoffs. Processing time is only the time spent doing real work.</a:t>
          </a:r>
        </a:p>
      </dsp:txBody>
      <dsp:txXfrm>
        <a:off x="5496600" y="2902678"/>
        <a:ext cx="3600000" cy="76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46383-F673-4908-9F39-B25AC917EB51}">
      <dsp:nvSpPr>
        <dsp:cNvPr id="0" name=""/>
        <dsp:cNvSpPr/>
      </dsp:nvSpPr>
      <dsp:spPr>
        <a:xfrm>
          <a:off x="3490535" y="609316"/>
          <a:ext cx="470446" cy="91440"/>
        </a:xfrm>
        <a:custGeom>
          <a:avLst/>
          <a:gdLst/>
          <a:ahLst/>
          <a:cxnLst/>
          <a:rect l="0" t="0" r="0" b="0"/>
          <a:pathLst>
            <a:path>
              <a:moveTo>
                <a:pt x="0" y="45720"/>
              </a:moveTo>
              <a:lnTo>
                <a:pt x="47044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13232" y="652531"/>
        <a:ext cx="25052" cy="5010"/>
      </dsp:txXfrm>
    </dsp:sp>
    <dsp:sp modelId="{050955B6-A04E-4AA5-931F-CADBC6821EB3}">
      <dsp:nvSpPr>
        <dsp:cNvPr id="0" name=""/>
        <dsp:cNvSpPr/>
      </dsp:nvSpPr>
      <dsp:spPr>
        <a:xfrm>
          <a:off x="1313875" y="1498"/>
          <a:ext cx="2178460" cy="130707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746" tIns="112049" rIns="106746" bIns="112049" numCol="1" spcCol="1270" anchor="ctr" anchorCtr="0">
          <a:noAutofit/>
        </a:bodyPr>
        <a:lstStyle/>
        <a:p>
          <a:pPr marL="0" lvl="0" indent="0" algn="ctr" defTabSz="666750">
            <a:lnSpc>
              <a:spcPct val="90000"/>
            </a:lnSpc>
            <a:spcBef>
              <a:spcPct val="0"/>
            </a:spcBef>
            <a:spcAft>
              <a:spcPct val="35000"/>
            </a:spcAft>
            <a:buNone/>
          </a:pPr>
          <a:r>
            <a:rPr lang="en-US" sz="1500" kern="1200"/>
            <a:t>DevOps aims for </a:t>
          </a:r>
          <a:r>
            <a:rPr lang="en-US" sz="1500" b="1" kern="1200"/>
            <a:t>deployment lead times of minutes</a:t>
          </a:r>
          <a:r>
            <a:rPr lang="en-US" sz="1500" kern="1200"/>
            <a:t>, not months.</a:t>
          </a:r>
          <a:br>
            <a:rPr lang="en-US" sz="1500" kern="1200"/>
          </a:br>
          <a:r>
            <a:rPr lang="en-US" sz="1500" kern="1200"/>
            <a:t>This is done by:</a:t>
          </a:r>
        </a:p>
      </dsp:txBody>
      <dsp:txXfrm>
        <a:off x="1313875" y="1498"/>
        <a:ext cx="2178460" cy="1307076"/>
      </dsp:txXfrm>
    </dsp:sp>
    <dsp:sp modelId="{0F38B14F-13A0-47DA-B9FC-42B5A202F5CB}">
      <dsp:nvSpPr>
        <dsp:cNvPr id="0" name=""/>
        <dsp:cNvSpPr/>
      </dsp:nvSpPr>
      <dsp:spPr>
        <a:xfrm>
          <a:off x="2403105" y="1306774"/>
          <a:ext cx="2679506" cy="470446"/>
        </a:xfrm>
        <a:custGeom>
          <a:avLst/>
          <a:gdLst/>
          <a:ahLst/>
          <a:cxnLst/>
          <a:rect l="0" t="0" r="0" b="0"/>
          <a:pathLst>
            <a:path>
              <a:moveTo>
                <a:pt x="2679506" y="0"/>
              </a:moveTo>
              <a:lnTo>
                <a:pt x="2679506" y="252323"/>
              </a:lnTo>
              <a:lnTo>
                <a:pt x="0" y="252323"/>
              </a:lnTo>
              <a:lnTo>
                <a:pt x="0" y="470446"/>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74710" y="1539492"/>
        <a:ext cx="136297" cy="5010"/>
      </dsp:txXfrm>
    </dsp:sp>
    <dsp:sp modelId="{C0A4E146-2278-4C26-8730-B151F8781918}">
      <dsp:nvSpPr>
        <dsp:cNvPr id="0" name=""/>
        <dsp:cNvSpPr/>
      </dsp:nvSpPr>
      <dsp:spPr>
        <a:xfrm>
          <a:off x="3993382" y="1498"/>
          <a:ext cx="2178460" cy="130707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746" tIns="112049" rIns="106746" bIns="112049" numCol="1" spcCol="1270" anchor="ctr" anchorCtr="0">
          <a:noAutofit/>
        </a:bodyPr>
        <a:lstStyle/>
        <a:p>
          <a:pPr marL="0" lvl="0" indent="0" algn="ctr" defTabSz="666750">
            <a:lnSpc>
              <a:spcPct val="90000"/>
            </a:lnSpc>
            <a:spcBef>
              <a:spcPct val="0"/>
            </a:spcBef>
            <a:spcAft>
              <a:spcPct val="35000"/>
            </a:spcAft>
            <a:buNone/>
          </a:pPr>
          <a:r>
            <a:rPr lang="en-US" sz="1500" kern="1200"/>
            <a:t>Automating testing</a:t>
          </a:r>
        </a:p>
      </dsp:txBody>
      <dsp:txXfrm>
        <a:off x="3993382" y="1498"/>
        <a:ext cx="2178460" cy="1307076"/>
      </dsp:txXfrm>
    </dsp:sp>
    <dsp:sp modelId="{9C536671-7A37-43FF-805B-D39924D35341}">
      <dsp:nvSpPr>
        <dsp:cNvPr id="0" name=""/>
        <dsp:cNvSpPr/>
      </dsp:nvSpPr>
      <dsp:spPr>
        <a:xfrm>
          <a:off x="3490535" y="2417439"/>
          <a:ext cx="470446" cy="91440"/>
        </a:xfrm>
        <a:custGeom>
          <a:avLst/>
          <a:gdLst/>
          <a:ahLst/>
          <a:cxnLst/>
          <a:rect l="0" t="0" r="0" b="0"/>
          <a:pathLst>
            <a:path>
              <a:moveTo>
                <a:pt x="0" y="45720"/>
              </a:moveTo>
              <a:lnTo>
                <a:pt x="470446"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13232" y="2460653"/>
        <a:ext cx="25052" cy="5010"/>
      </dsp:txXfrm>
    </dsp:sp>
    <dsp:sp modelId="{25BDE845-1EFD-4BD1-A532-356DD5985894}">
      <dsp:nvSpPr>
        <dsp:cNvPr id="0" name=""/>
        <dsp:cNvSpPr/>
      </dsp:nvSpPr>
      <dsp:spPr>
        <a:xfrm>
          <a:off x="1313875" y="1809620"/>
          <a:ext cx="2178460" cy="130707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746" tIns="112049" rIns="106746" bIns="112049" numCol="1" spcCol="1270" anchor="ctr" anchorCtr="0">
          <a:noAutofit/>
        </a:bodyPr>
        <a:lstStyle/>
        <a:p>
          <a:pPr marL="0" lvl="0" indent="0" algn="ctr" defTabSz="666750">
            <a:lnSpc>
              <a:spcPct val="90000"/>
            </a:lnSpc>
            <a:spcBef>
              <a:spcPct val="0"/>
            </a:spcBef>
            <a:spcAft>
              <a:spcPct val="35000"/>
            </a:spcAft>
            <a:buNone/>
          </a:pPr>
          <a:r>
            <a:rPr lang="en-US" sz="1500" kern="1200"/>
            <a:t>Automating deployments</a:t>
          </a:r>
        </a:p>
      </dsp:txBody>
      <dsp:txXfrm>
        <a:off x="1313875" y="1809620"/>
        <a:ext cx="2178460" cy="1307076"/>
      </dsp:txXfrm>
    </dsp:sp>
    <dsp:sp modelId="{2126487E-3BAE-4DA1-8649-19A97465780D}">
      <dsp:nvSpPr>
        <dsp:cNvPr id="0" name=""/>
        <dsp:cNvSpPr/>
      </dsp:nvSpPr>
      <dsp:spPr>
        <a:xfrm>
          <a:off x="2403105" y="3114897"/>
          <a:ext cx="2679506" cy="470446"/>
        </a:xfrm>
        <a:custGeom>
          <a:avLst/>
          <a:gdLst/>
          <a:ahLst/>
          <a:cxnLst/>
          <a:rect l="0" t="0" r="0" b="0"/>
          <a:pathLst>
            <a:path>
              <a:moveTo>
                <a:pt x="2679506" y="0"/>
              </a:moveTo>
              <a:lnTo>
                <a:pt x="2679506" y="252323"/>
              </a:lnTo>
              <a:lnTo>
                <a:pt x="0" y="252323"/>
              </a:lnTo>
              <a:lnTo>
                <a:pt x="0" y="470446"/>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74710" y="3347615"/>
        <a:ext cx="136297" cy="5010"/>
      </dsp:txXfrm>
    </dsp:sp>
    <dsp:sp modelId="{ED1FB921-D10F-47E7-8C19-BA9DDCAF97FA}">
      <dsp:nvSpPr>
        <dsp:cNvPr id="0" name=""/>
        <dsp:cNvSpPr/>
      </dsp:nvSpPr>
      <dsp:spPr>
        <a:xfrm>
          <a:off x="3993382" y="1809620"/>
          <a:ext cx="2178460" cy="130707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746" tIns="112049" rIns="106746" bIns="112049" numCol="1" spcCol="1270" anchor="ctr" anchorCtr="0">
          <a:noAutofit/>
        </a:bodyPr>
        <a:lstStyle/>
        <a:p>
          <a:pPr marL="0" lvl="0" indent="0" algn="ctr" defTabSz="666750">
            <a:lnSpc>
              <a:spcPct val="90000"/>
            </a:lnSpc>
            <a:spcBef>
              <a:spcPct val="0"/>
            </a:spcBef>
            <a:spcAft>
              <a:spcPct val="35000"/>
            </a:spcAft>
            <a:buNone/>
          </a:pPr>
          <a:r>
            <a:rPr lang="en-US" sz="1500" kern="1200"/>
            <a:t>Using small, frequent updates</a:t>
          </a:r>
        </a:p>
      </dsp:txBody>
      <dsp:txXfrm>
        <a:off x="3993382" y="1809620"/>
        <a:ext cx="2178460" cy="1307076"/>
      </dsp:txXfrm>
    </dsp:sp>
    <dsp:sp modelId="{7234921E-1A89-4130-ACDC-A8B04446AB97}">
      <dsp:nvSpPr>
        <dsp:cNvPr id="0" name=""/>
        <dsp:cNvSpPr/>
      </dsp:nvSpPr>
      <dsp:spPr>
        <a:xfrm>
          <a:off x="3490535" y="4225561"/>
          <a:ext cx="470446" cy="91440"/>
        </a:xfrm>
        <a:custGeom>
          <a:avLst/>
          <a:gdLst/>
          <a:ahLst/>
          <a:cxnLst/>
          <a:rect l="0" t="0" r="0" b="0"/>
          <a:pathLst>
            <a:path>
              <a:moveTo>
                <a:pt x="0" y="45720"/>
              </a:moveTo>
              <a:lnTo>
                <a:pt x="470446"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13232" y="4268776"/>
        <a:ext cx="25052" cy="5010"/>
      </dsp:txXfrm>
    </dsp:sp>
    <dsp:sp modelId="{EC3F09F3-832C-4DA6-A6E1-9ACD342C4C05}">
      <dsp:nvSpPr>
        <dsp:cNvPr id="0" name=""/>
        <dsp:cNvSpPr/>
      </dsp:nvSpPr>
      <dsp:spPr>
        <a:xfrm>
          <a:off x="1313875" y="3617743"/>
          <a:ext cx="2178460" cy="130707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746" tIns="112049" rIns="106746" bIns="112049" numCol="1" spcCol="1270" anchor="ctr" anchorCtr="0">
          <a:noAutofit/>
        </a:bodyPr>
        <a:lstStyle/>
        <a:p>
          <a:pPr marL="0" lvl="0" indent="0" algn="ctr" defTabSz="666750">
            <a:lnSpc>
              <a:spcPct val="90000"/>
            </a:lnSpc>
            <a:spcBef>
              <a:spcPct val="0"/>
            </a:spcBef>
            <a:spcAft>
              <a:spcPct val="35000"/>
            </a:spcAft>
            <a:buNone/>
          </a:pPr>
          <a:r>
            <a:rPr lang="en-US" sz="1500" kern="1200"/>
            <a:t>Working as one team instead of separate departments</a:t>
          </a:r>
        </a:p>
      </dsp:txBody>
      <dsp:txXfrm>
        <a:off x="1313875" y="3617743"/>
        <a:ext cx="2178460" cy="1307076"/>
      </dsp:txXfrm>
    </dsp:sp>
    <dsp:sp modelId="{3A0BED98-FACA-48AD-A7D9-8ECF7D47BB5B}">
      <dsp:nvSpPr>
        <dsp:cNvPr id="0" name=""/>
        <dsp:cNvSpPr/>
      </dsp:nvSpPr>
      <dsp:spPr>
        <a:xfrm>
          <a:off x="3993382" y="3617743"/>
          <a:ext cx="2178460" cy="130707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746" tIns="112049" rIns="106746" bIns="112049" numCol="1" spcCol="1270" anchor="ctr" anchorCtr="0">
          <a:noAutofit/>
        </a:bodyPr>
        <a:lstStyle/>
        <a:p>
          <a:pPr marL="0" lvl="0" indent="0" algn="ctr" defTabSz="666750">
            <a:lnSpc>
              <a:spcPct val="90000"/>
            </a:lnSpc>
            <a:spcBef>
              <a:spcPct val="0"/>
            </a:spcBef>
            <a:spcAft>
              <a:spcPct val="35000"/>
            </a:spcAft>
            <a:buNone/>
          </a:pPr>
          <a:r>
            <a:rPr lang="en-US" sz="1500" kern="1200"/>
            <a:t>When deployments are quick, teams deliver value faster.</a:t>
          </a:r>
        </a:p>
      </dsp:txBody>
      <dsp:txXfrm>
        <a:off x="3993382" y="3617743"/>
        <a:ext cx="2178460" cy="130707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80672-F3AE-4077-B304-86B46E61A91A}">
      <dsp:nvSpPr>
        <dsp:cNvPr id="0" name=""/>
        <dsp:cNvSpPr/>
      </dsp:nvSpPr>
      <dsp:spPr>
        <a:xfrm>
          <a:off x="0" y="1653"/>
          <a:ext cx="7216416" cy="7045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966001-5159-4E3B-8356-5A2B89C9BE41}">
      <dsp:nvSpPr>
        <dsp:cNvPr id="0" name=""/>
        <dsp:cNvSpPr/>
      </dsp:nvSpPr>
      <dsp:spPr>
        <a:xfrm>
          <a:off x="213124" y="160176"/>
          <a:ext cx="387499" cy="38749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D5E8D4-6F08-41F3-A03C-87E6CB605C9E}">
      <dsp:nvSpPr>
        <dsp:cNvPr id="0" name=""/>
        <dsp:cNvSpPr/>
      </dsp:nvSpPr>
      <dsp:spPr>
        <a:xfrm>
          <a:off x="813749" y="1653"/>
          <a:ext cx="6402666" cy="704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64" tIns="74564" rIns="74564" bIns="74564" numCol="1" spcCol="1270" anchor="ctr" anchorCtr="0">
          <a:noAutofit/>
        </a:bodyPr>
        <a:lstStyle/>
        <a:p>
          <a:pPr marL="0" lvl="0" indent="0" algn="l" defTabSz="844550">
            <a:lnSpc>
              <a:spcPct val="90000"/>
            </a:lnSpc>
            <a:spcBef>
              <a:spcPct val="0"/>
            </a:spcBef>
            <a:spcAft>
              <a:spcPct val="35000"/>
            </a:spcAft>
            <a:buNone/>
          </a:pPr>
          <a:r>
            <a:rPr lang="en-US" sz="1900" kern="1200"/>
            <a:t>Short deployment times help companies:</a:t>
          </a:r>
        </a:p>
      </dsp:txBody>
      <dsp:txXfrm>
        <a:off x="813749" y="1653"/>
        <a:ext cx="6402666" cy="704545"/>
      </dsp:txXfrm>
    </dsp:sp>
    <dsp:sp modelId="{E61E104A-B194-4262-A211-B3110F47C918}">
      <dsp:nvSpPr>
        <dsp:cNvPr id="0" name=""/>
        <dsp:cNvSpPr/>
      </dsp:nvSpPr>
      <dsp:spPr>
        <a:xfrm>
          <a:off x="0" y="882335"/>
          <a:ext cx="7216416" cy="7045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A11C27-1F7F-496E-A29B-F7935846172C}">
      <dsp:nvSpPr>
        <dsp:cNvPr id="0" name=""/>
        <dsp:cNvSpPr/>
      </dsp:nvSpPr>
      <dsp:spPr>
        <a:xfrm>
          <a:off x="213124" y="1040857"/>
          <a:ext cx="387499" cy="38749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1DBD476-AA16-4F12-8E03-199BCDEF731B}">
      <dsp:nvSpPr>
        <dsp:cNvPr id="0" name=""/>
        <dsp:cNvSpPr/>
      </dsp:nvSpPr>
      <dsp:spPr>
        <a:xfrm>
          <a:off x="813749" y="882335"/>
          <a:ext cx="6402666" cy="704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64" tIns="74564" rIns="74564" bIns="74564" numCol="1" spcCol="1270" anchor="ctr" anchorCtr="0">
          <a:noAutofit/>
        </a:bodyPr>
        <a:lstStyle/>
        <a:p>
          <a:pPr marL="0" lvl="0" indent="0" algn="l" defTabSz="844550">
            <a:lnSpc>
              <a:spcPct val="90000"/>
            </a:lnSpc>
            <a:spcBef>
              <a:spcPct val="0"/>
            </a:spcBef>
            <a:spcAft>
              <a:spcPct val="35000"/>
            </a:spcAft>
            <a:buNone/>
          </a:pPr>
          <a:r>
            <a:rPr lang="en-US" sz="1900" kern="1200"/>
            <a:t>Release features quickly</a:t>
          </a:r>
        </a:p>
      </dsp:txBody>
      <dsp:txXfrm>
        <a:off x="813749" y="882335"/>
        <a:ext cx="6402666" cy="704545"/>
      </dsp:txXfrm>
    </dsp:sp>
    <dsp:sp modelId="{5FBDEAD1-65AC-4ED5-BAF4-32C97C3E4AE5}">
      <dsp:nvSpPr>
        <dsp:cNvPr id="0" name=""/>
        <dsp:cNvSpPr/>
      </dsp:nvSpPr>
      <dsp:spPr>
        <a:xfrm>
          <a:off x="0" y="1763016"/>
          <a:ext cx="7216416" cy="7045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AAE685-EC75-4FA1-A529-CAE686880993}">
      <dsp:nvSpPr>
        <dsp:cNvPr id="0" name=""/>
        <dsp:cNvSpPr/>
      </dsp:nvSpPr>
      <dsp:spPr>
        <a:xfrm>
          <a:off x="213124" y="1921539"/>
          <a:ext cx="387499" cy="38749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5274CB-E39E-498C-99C6-B4FA2010193E}">
      <dsp:nvSpPr>
        <dsp:cNvPr id="0" name=""/>
        <dsp:cNvSpPr/>
      </dsp:nvSpPr>
      <dsp:spPr>
        <a:xfrm>
          <a:off x="813749" y="1763016"/>
          <a:ext cx="6402666" cy="704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64" tIns="74564" rIns="74564" bIns="74564" numCol="1" spcCol="1270" anchor="ctr" anchorCtr="0">
          <a:noAutofit/>
        </a:bodyPr>
        <a:lstStyle/>
        <a:p>
          <a:pPr marL="0" lvl="0" indent="0" algn="l" defTabSz="844550">
            <a:lnSpc>
              <a:spcPct val="90000"/>
            </a:lnSpc>
            <a:spcBef>
              <a:spcPct val="0"/>
            </a:spcBef>
            <a:spcAft>
              <a:spcPct val="35000"/>
            </a:spcAft>
            <a:buNone/>
          </a:pPr>
          <a:r>
            <a:rPr lang="en-US" sz="1900" kern="1200"/>
            <a:t>Fix problems faster</a:t>
          </a:r>
        </a:p>
      </dsp:txBody>
      <dsp:txXfrm>
        <a:off x="813749" y="1763016"/>
        <a:ext cx="6402666" cy="704545"/>
      </dsp:txXfrm>
    </dsp:sp>
    <dsp:sp modelId="{DBBC221B-BDF5-4E8B-ADEA-6C9331908F99}">
      <dsp:nvSpPr>
        <dsp:cNvPr id="0" name=""/>
        <dsp:cNvSpPr/>
      </dsp:nvSpPr>
      <dsp:spPr>
        <a:xfrm>
          <a:off x="0" y="2643698"/>
          <a:ext cx="7216416" cy="7045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A2A47-C591-476E-9B0B-DDE53E67A4E7}">
      <dsp:nvSpPr>
        <dsp:cNvPr id="0" name=""/>
        <dsp:cNvSpPr/>
      </dsp:nvSpPr>
      <dsp:spPr>
        <a:xfrm>
          <a:off x="213124" y="2802220"/>
          <a:ext cx="387499" cy="38749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661A81-DADA-4356-95B3-10704119E942}">
      <dsp:nvSpPr>
        <dsp:cNvPr id="0" name=""/>
        <dsp:cNvSpPr/>
      </dsp:nvSpPr>
      <dsp:spPr>
        <a:xfrm>
          <a:off x="813749" y="2643698"/>
          <a:ext cx="6402666" cy="704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64" tIns="74564" rIns="74564" bIns="74564" numCol="1" spcCol="1270" anchor="ctr" anchorCtr="0">
          <a:noAutofit/>
        </a:bodyPr>
        <a:lstStyle/>
        <a:p>
          <a:pPr marL="0" lvl="0" indent="0" algn="l" defTabSz="844550">
            <a:lnSpc>
              <a:spcPct val="90000"/>
            </a:lnSpc>
            <a:spcBef>
              <a:spcPct val="0"/>
            </a:spcBef>
            <a:spcAft>
              <a:spcPct val="35000"/>
            </a:spcAft>
            <a:buNone/>
          </a:pPr>
          <a:r>
            <a:rPr lang="en-US" sz="1900" kern="1200"/>
            <a:t>Reduce risk because updates are small</a:t>
          </a:r>
        </a:p>
      </dsp:txBody>
      <dsp:txXfrm>
        <a:off x="813749" y="2643698"/>
        <a:ext cx="6402666" cy="704545"/>
      </dsp:txXfrm>
    </dsp:sp>
    <dsp:sp modelId="{C535ACD2-7412-4119-A14B-9038365074BA}">
      <dsp:nvSpPr>
        <dsp:cNvPr id="0" name=""/>
        <dsp:cNvSpPr/>
      </dsp:nvSpPr>
      <dsp:spPr>
        <a:xfrm>
          <a:off x="0" y="3524379"/>
          <a:ext cx="7216416" cy="7045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2562ED-2EE8-4EA3-B5BC-A5B5676F5EA6}">
      <dsp:nvSpPr>
        <dsp:cNvPr id="0" name=""/>
        <dsp:cNvSpPr/>
      </dsp:nvSpPr>
      <dsp:spPr>
        <a:xfrm>
          <a:off x="213124" y="3682902"/>
          <a:ext cx="387499" cy="38749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5555EA3-CAAE-4A95-9C0A-146577105336}">
      <dsp:nvSpPr>
        <dsp:cNvPr id="0" name=""/>
        <dsp:cNvSpPr/>
      </dsp:nvSpPr>
      <dsp:spPr>
        <a:xfrm>
          <a:off x="813749" y="3524379"/>
          <a:ext cx="6402666" cy="704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64" tIns="74564" rIns="74564" bIns="74564" numCol="1" spcCol="1270" anchor="ctr" anchorCtr="0">
          <a:noAutofit/>
        </a:bodyPr>
        <a:lstStyle/>
        <a:p>
          <a:pPr marL="0" lvl="0" indent="0" algn="l" defTabSz="844550">
            <a:lnSpc>
              <a:spcPct val="90000"/>
            </a:lnSpc>
            <a:spcBef>
              <a:spcPct val="0"/>
            </a:spcBef>
            <a:spcAft>
              <a:spcPct val="35000"/>
            </a:spcAft>
            <a:buNone/>
          </a:pPr>
          <a:r>
            <a:rPr lang="en-US" sz="1900" kern="1200"/>
            <a:t>Improve customer satisfaction</a:t>
          </a:r>
        </a:p>
      </dsp:txBody>
      <dsp:txXfrm>
        <a:off x="813749" y="3524379"/>
        <a:ext cx="6402666" cy="704545"/>
      </dsp:txXfrm>
    </dsp:sp>
    <dsp:sp modelId="{EEADF1EB-B90F-4926-930F-0190CA86EF61}">
      <dsp:nvSpPr>
        <dsp:cNvPr id="0" name=""/>
        <dsp:cNvSpPr/>
      </dsp:nvSpPr>
      <dsp:spPr>
        <a:xfrm>
          <a:off x="0" y="4405061"/>
          <a:ext cx="7216416" cy="7045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197582-C435-4262-919C-5BC9E43297FC}">
      <dsp:nvSpPr>
        <dsp:cNvPr id="0" name=""/>
        <dsp:cNvSpPr/>
      </dsp:nvSpPr>
      <dsp:spPr>
        <a:xfrm>
          <a:off x="213124" y="4563583"/>
          <a:ext cx="387499" cy="38749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56A705-D3B8-4E1B-833D-1CE4045368FD}">
      <dsp:nvSpPr>
        <dsp:cNvPr id="0" name=""/>
        <dsp:cNvSpPr/>
      </dsp:nvSpPr>
      <dsp:spPr>
        <a:xfrm>
          <a:off x="813749" y="4405061"/>
          <a:ext cx="6402666" cy="7045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4564" tIns="74564" rIns="74564" bIns="74564" numCol="1" spcCol="1270" anchor="ctr" anchorCtr="0">
          <a:noAutofit/>
        </a:bodyPr>
        <a:lstStyle/>
        <a:p>
          <a:pPr marL="0" lvl="0" indent="0" algn="l" defTabSz="844550">
            <a:lnSpc>
              <a:spcPct val="90000"/>
            </a:lnSpc>
            <a:spcBef>
              <a:spcPct val="0"/>
            </a:spcBef>
            <a:spcAft>
              <a:spcPct val="35000"/>
            </a:spcAft>
            <a:buNone/>
          </a:pPr>
          <a:r>
            <a:rPr lang="en-US" sz="1900" kern="1200"/>
            <a:t>Allow teams to learn and improve faster</a:t>
          </a:r>
        </a:p>
      </dsp:txBody>
      <dsp:txXfrm>
        <a:off x="813749" y="4405061"/>
        <a:ext cx="6402666" cy="704545"/>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12/4/2025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85872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12/4/2025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25333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12/4/2025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430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12/4/2025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519791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12/4/2025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157646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12/4/2025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67773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12/4/2025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15672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12/4/2025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15538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12/4/2025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03846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12/4/2025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666694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12/4/2025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0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12/4/2025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195969"/>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loudbees.com/blog/value-stream-management-how-measure-devops-performance-faster-software-delivery" TargetMode="External"/><Relationship Id="rId2" Type="http://schemas.openxmlformats.org/officeDocument/2006/relationships/hyperlink" Target="https://www.devopsinstitute.com/value-stream-management-explained-in-plain-english/" TargetMode="Externa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15" name="Picture 14" descr="Close-up of illuminated circuit board">
            <a:extLst>
              <a:ext uri="{FF2B5EF4-FFF2-40B4-BE49-F238E27FC236}">
                <a16:creationId xmlns:a16="http://schemas.microsoft.com/office/drawing/2014/main" id="{ECB716DF-F9F0-871F-8CB4-D0339E8D7684}"/>
              </a:ext>
            </a:extLst>
          </p:cNvPr>
          <p:cNvPicPr>
            <a:picLocks noChangeAspect="1"/>
          </p:cNvPicPr>
          <p:nvPr/>
        </p:nvPicPr>
        <p:blipFill>
          <a:blip r:embed="rId2"/>
          <a:srcRect b="21329"/>
          <a:stretch>
            <a:fillRect/>
          </a:stretch>
        </p:blipFill>
        <p:spPr>
          <a:xfrm>
            <a:off x="1" y="10"/>
            <a:ext cx="12192000" cy="6857990"/>
          </a:xfrm>
          <a:prstGeom prst="rect">
            <a:avLst/>
          </a:prstGeom>
        </p:spPr>
      </p:pic>
      <p:sp>
        <p:nvSpPr>
          <p:cNvPr id="16" name="Rectangle 15">
            <a:extLst>
              <a:ext uri="{FF2B5EF4-FFF2-40B4-BE49-F238E27FC236}">
                <a16:creationId xmlns:a16="http://schemas.microsoft.com/office/drawing/2014/main" id="{36136311-C81B-47C5-AE0A-5641A5A59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4444" y="1066800"/>
            <a:ext cx="4682990" cy="4724400"/>
          </a:xfrm>
          <a:prstGeom prst="rect">
            <a:avLst/>
          </a:prstGeom>
          <a:solidFill>
            <a:schemeClr val="bg1">
              <a:alpha val="4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6E79E945-BAFA-AD7D-6065-8D28A74B0DC9}"/>
              </a:ext>
            </a:extLst>
          </p:cNvPr>
          <p:cNvSpPr>
            <a:spLocks noGrp="1"/>
          </p:cNvSpPr>
          <p:nvPr>
            <p:ph type="ctrTitle"/>
          </p:nvPr>
        </p:nvSpPr>
        <p:spPr>
          <a:xfrm>
            <a:off x="804818" y="1562101"/>
            <a:ext cx="3905203" cy="2738530"/>
          </a:xfrm>
        </p:spPr>
        <p:txBody>
          <a:bodyPr anchor="t">
            <a:normAutofit/>
          </a:bodyPr>
          <a:lstStyle/>
          <a:p>
            <a:r>
              <a:rPr lang="en-US" sz="4800"/>
              <a:t>The Technology Value Stream</a:t>
            </a:r>
          </a:p>
        </p:txBody>
      </p:sp>
      <p:sp>
        <p:nvSpPr>
          <p:cNvPr id="3" name="Subtitle 2">
            <a:extLst>
              <a:ext uri="{FF2B5EF4-FFF2-40B4-BE49-F238E27FC236}">
                <a16:creationId xmlns:a16="http://schemas.microsoft.com/office/drawing/2014/main" id="{4E0E5B42-6683-2754-9C0D-EAB0CE303689}"/>
              </a:ext>
            </a:extLst>
          </p:cNvPr>
          <p:cNvSpPr>
            <a:spLocks noGrp="1"/>
          </p:cNvSpPr>
          <p:nvPr>
            <p:ph type="subTitle" idx="1"/>
          </p:nvPr>
        </p:nvSpPr>
        <p:spPr>
          <a:xfrm>
            <a:off x="804818" y="4321622"/>
            <a:ext cx="3816351" cy="941832"/>
          </a:xfrm>
        </p:spPr>
        <p:txBody>
          <a:bodyPr>
            <a:normAutofit/>
          </a:bodyPr>
          <a:lstStyle/>
          <a:p>
            <a:r>
              <a:rPr lang="en-US"/>
              <a:t>By: Jackson Webster</a:t>
            </a:r>
          </a:p>
          <a:p>
            <a:r>
              <a:rPr lang="en-US"/>
              <a:t>Assignment 1.2</a:t>
            </a:r>
          </a:p>
          <a:p>
            <a:endParaRPr lang="en-US" dirty="0"/>
          </a:p>
        </p:txBody>
      </p:sp>
      <p:cxnSp>
        <p:nvCxnSpPr>
          <p:cNvPr id="13" name="Straight Connector 12">
            <a:extLst>
              <a:ext uri="{FF2B5EF4-FFF2-40B4-BE49-F238E27FC236}">
                <a16:creationId xmlns:a16="http://schemas.microsoft.com/office/drawing/2014/main" id="{7CC73A33-65FF-41A9-A3B0-006753CD102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0800000" flipV="1">
            <a:off x="305077" y="1063752"/>
            <a:ext cx="0" cy="4727448"/>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8462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BFD9ED-5465-60F2-BC3F-628E0AEC65E3}"/>
              </a:ext>
            </a:extLst>
          </p:cNvPr>
          <p:cNvSpPr>
            <a:spLocks noGrp="1"/>
          </p:cNvSpPr>
          <p:nvPr>
            <p:ph type="title"/>
          </p:nvPr>
        </p:nvSpPr>
        <p:spPr>
          <a:xfrm>
            <a:off x="5496821" y="1371600"/>
            <a:ext cx="6034187" cy="1097280"/>
          </a:xfrm>
        </p:spPr>
        <p:txBody>
          <a:bodyPr>
            <a:normAutofit/>
          </a:bodyPr>
          <a:lstStyle/>
          <a:p>
            <a:pPr>
              <a:lnSpc>
                <a:spcPct val="90000"/>
              </a:lnSpc>
            </a:pPr>
            <a:r>
              <a:rPr lang="en-US" sz="3400"/>
              <a:t>What Is the Technology Value Stream?</a:t>
            </a:r>
          </a:p>
        </p:txBody>
      </p:sp>
      <p:pic>
        <p:nvPicPr>
          <p:cNvPr id="5" name="Picture 4" descr="A 3D pattern of ring shapes connected by lines">
            <a:extLst>
              <a:ext uri="{FF2B5EF4-FFF2-40B4-BE49-F238E27FC236}">
                <a16:creationId xmlns:a16="http://schemas.microsoft.com/office/drawing/2014/main" id="{D3FA2697-D3F9-AC2D-BAF9-53A6A859930F}"/>
              </a:ext>
            </a:extLst>
          </p:cNvPr>
          <p:cNvPicPr>
            <a:picLocks noChangeAspect="1"/>
          </p:cNvPicPr>
          <p:nvPr/>
        </p:nvPicPr>
        <p:blipFill>
          <a:blip r:embed="rId2"/>
          <a:srcRect l="13716" r="46439"/>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83273A2-FD3F-B9C4-F083-C71EEF3E6EF2}"/>
              </a:ext>
            </a:extLst>
          </p:cNvPr>
          <p:cNvSpPr>
            <a:spLocks noGrp="1"/>
          </p:cNvSpPr>
          <p:nvPr>
            <p:ph idx="1"/>
          </p:nvPr>
        </p:nvSpPr>
        <p:spPr>
          <a:xfrm>
            <a:off x="5496821" y="2633236"/>
            <a:ext cx="6034187" cy="3664687"/>
          </a:xfrm>
        </p:spPr>
        <p:txBody>
          <a:bodyPr>
            <a:normAutofit/>
          </a:bodyPr>
          <a:lstStyle/>
          <a:p>
            <a:r>
              <a:rPr lang="en-US" dirty="0"/>
              <a:t>The technology value stream is the path that work takes from an idea to a finished product. It includes planning, coding, testing, and delivering the software to users. The goal is to make this path faster and smoother so customers get value sooner.</a:t>
            </a:r>
          </a:p>
        </p:txBody>
      </p:sp>
    </p:spTree>
    <p:extLst>
      <p:ext uri="{BB962C8B-B14F-4D97-AF65-F5344CB8AC3E}">
        <p14:creationId xmlns:p14="http://schemas.microsoft.com/office/powerpoint/2010/main" val="2064776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A5A684-51E4-D0B8-C746-757F95D8E146}"/>
              </a:ext>
            </a:extLst>
          </p:cNvPr>
          <p:cNvSpPr>
            <a:spLocks noGrp="1"/>
          </p:cNvSpPr>
          <p:nvPr>
            <p:ph type="title"/>
          </p:nvPr>
        </p:nvSpPr>
        <p:spPr>
          <a:xfrm>
            <a:off x="914400" y="1371600"/>
            <a:ext cx="10360152" cy="1139911"/>
          </a:xfrm>
        </p:spPr>
        <p:txBody>
          <a:bodyPr>
            <a:normAutofit/>
          </a:bodyPr>
          <a:lstStyle/>
          <a:p>
            <a:r>
              <a:rPr lang="en-US" dirty="0"/>
              <a:t>Lead Time vs. Processing Time</a:t>
            </a:r>
          </a:p>
        </p:txBody>
      </p:sp>
      <p:cxnSp>
        <p:nvCxnSpPr>
          <p:cNvPr id="11" name="Straight Connector 10">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62736D68-80A8-2B57-5820-42406A746869}"/>
              </a:ext>
            </a:extLst>
          </p:cNvPr>
          <p:cNvGraphicFramePr>
            <a:graphicFrameLocks noGrp="1"/>
          </p:cNvGraphicFramePr>
          <p:nvPr>
            <p:ph idx="1"/>
            <p:extLst>
              <p:ext uri="{D42A27DB-BD31-4B8C-83A1-F6EECF244321}">
                <p14:modId xmlns:p14="http://schemas.microsoft.com/office/powerpoint/2010/main" val="2436099364"/>
              </p:ext>
            </p:extLst>
          </p:nvPr>
        </p:nvGraphicFramePr>
        <p:xfrm>
          <a:off x="914400" y="2607561"/>
          <a:ext cx="10363200" cy="3690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8365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56C4DA-6D88-0040-0D6E-9C199B518F70}"/>
              </a:ext>
            </a:extLst>
          </p:cNvPr>
          <p:cNvSpPr>
            <a:spLocks noGrp="1"/>
          </p:cNvSpPr>
          <p:nvPr>
            <p:ph type="title"/>
          </p:nvPr>
        </p:nvSpPr>
        <p:spPr>
          <a:xfrm>
            <a:off x="640080" y="914401"/>
            <a:ext cx="4876801" cy="1569516"/>
          </a:xfrm>
        </p:spPr>
        <p:txBody>
          <a:bodyPr anchor="t">
            <a:normAutofit/>
          </a:bodyPr>
          <a:lstStyle/>
          <a:p>
            <a:r>
              <a:rPr lang="en-US" dirty="0"/>
              <a:t>Why This Matters</a:t>
            </a:r>
          </a:p>
        </p:txBody>
      </p:sp>
      <p:pic>
        <p:nvPicPr>
          <p:cNvPr id="7" name="Graphic 6" descr="Stopwatch">
            <a:extLst>
              <a:ext uri="{FF2B5EF4-FFF2-40B4-BE49-F238E27FC236}">
                <a16:creationId xmlns:a16="http://schemas.microsoft.com/office/drawing/2014/main" id="{1B143317-AC9D-929A-E412-C0A9FB2CE5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232" y="2857499"/>
            <a:ext cx="3125269" cy="3125269"/>
          </a:xfrm>
          <a:prstGeom prst="rect">
            <a:avLst/>
          </a:prstGeom>
        </p:spPr>
      </p:pic>
      <p:sp>
        <p:nvSpPr>
          <p:cNvPr id="3" name="Content Placeholder 2">
            <a:extLst>
              <a:ext uri="{FF2B5EF4-FFF2-40B4-BE49-F238E27FC236}">
                <a16:creationId xmlns:a16="http://schemas.microsoft.com/office/drawing/2014/main" id="{FAD342E2-64CA-0133-5F7E-441DC84D3BA3}"/>
              </a:ext>
            </a:extLst>
          </p:cNvPr>
          <p:cNvSpPr>
            <a:spLocks noGrp="1"/>
          </p:cNvSpPr>
          <p:nvPr>
            <p:ph idx="1"/>
          </p:nvPr>
        </p:nvSpPr>
        <p:spPr>
          <a:xfrm>
            <a:off x="6400799" y="960119"/>
            <a:ext cx="5130210" cy="5022661"/>
          </a:xfrm>
        </p:spPr>
        <p:txBody>
          <a:bodyPr>
            <a:normAutofit/>
          </a:bodyPr>
          <a:lstStyle/>
          <a:p>
            <a:r>
              <a:rPr lang="en-US" dirty="0"/>
              <a:t>If lead time is too long, companies move slowly and fall behind. When processing time is short but lead time is long, it shows the system is full of delays, blockers, and waste. DevOps tries to reduce these delays so features reach customers faster.</a:t>
            </a:r>
          </a:p>
        </p:txBody>
      </p:sp>
      <p:cxnSp>
        <p:nvCxnSpPr>
          <p:cNvPr id="12" name="Straight Connector 1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734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3F27BC-7079-4FF7-8F7C-ABC82FA3C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93D8654-9A9D-96B5-EB30-57F701566B10}"/>
              </a:ext>
            </a:extLst>
          </p:cNvPr>
          <p:cNvSpPr>
            <a:spLocks noGrp="1"/>
          </p:cNvSpPr>
          <p:nvPr>
            <p:ph type="title"/>
          </p:nvPr>
        </p:nvSpPr>
        <p:spPr>
          <a:xfrm>
            <a:off x="640080" y="914401"/>
            <a:ext cx="4876801" cy="1569516"/>
          </a:xfrm>
        </p:spPr>
        <p:txBody>
          <a:bodyPr anchor="t">
            <a:normAutofit/>
          </a:bodyPr>
          <a:lstStyle/>
          <a:p>
            <a:pPr>
              <a:lnSpc>
                <a:spcPct val="90000"/>
              </a:lnSpc>
            </a:pPr>
            <a:r>
              <a:rPr lang="en-US" sz="3400"/>
              <a:t>The Common Scenario: Long Deployment Times</a:t>
            </a:r>
          </a:p>
        </p:txBody>
      </p:sp>
      <p:pic>
        <p:nvPicPr>
          <p:cNvPr id="7" name="Graphic 6" descr="Hierarchy">
            <a:extLst>
              <a:ext uri="{FF2B5EF4-FFF2-40B4-BE49-F238E27FC236}">
                <a16:creationId xmlns:a16="http://schemas.microsoft.com/office/drawing/2014/main" id="{83FA863B-555F-FD85-3A99-D872F64728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3232" y="2857499"/>
            <a:ext cx="3125269" cy="3125269"/>
          </a:xfrm>
          <a:prstGeom prst="rect">
            <a:avLst/>
          </a:prstGeom>
        </p:spPr>
      </p:pic>
      <p:sp>
        <p:nvSpPr>
          <p:cNvPr id="3" name="Content Placeholder 2">
            <a:extLst>
              <a:ext uri="{FF2B5EF4-FFF2-40B4-BE49-F238E27FC236}">
                <a16:creationId xmlns:a16="http://schemas.microsoft.com/office/drawing/2014/main" id="{56D9FD17-1FE6-7316-E327-C95ACF9CD133}"/>
              </a:ext>
            </a:extLst>
          </p:cNvPr>
          <p:cNvSpPr>
            <a:spLocks noGrp="1"/>
          </p:cNvSpPr>
          <p:nvPr>
            <p:ph idx="1"/>
          </p:nvPr>
        </p:nvSpPr>
        <p:spPr>
          <a:xfrm>
            <a:off x="6400799" y="960119"/>
            <a:ext cx="5130210" cy="5022661"/>
          </a:xfrm>
        </p:spPr>
        <p:txBody>
          <a:bodyPr>
            <a:normAutofit/>
          </a:bodyPr>
          <a:lstStyle/>
          <a:p>
            <a:pPr marL="0" indent="0">
              <a:buNone/>
            </a:pPr>
            <a:r>
              <a:rPr lang="en-US" dirty="0"/>
              <a:t>In many companies, deployment takes months.</a:t>
            </a:r>
            <a:br>
              <a:rPr lang="en-US" dirty="0"/>
            </a:br>
            <a:r>
              <a:rPr lang="en-US" dirty="0"/>
              <a:t>This happens because:</a:t>
            </a:r>
          </a:p>
          <a:p>
            <a:r>
              <a:rPr lang="en-US" dirty="0"/>
              <a:t>Teams work in separate silos</a:t>
            </a:r>
          </a:p>
          <a:p>
            <a:r>
              <a:rPr lang="en-US" dirty="0"/>
              <a:t>Manual testing takes a long time</a:t>
            </a:r>
          </a:p>
          <a:p>
            <a:r>
              <a:rPr lang="en-US" dirty="0"/>
              <a:t>Approvals are slow</a:t>
            </a:r>
          </a:p>
          <a:p>
            <a:r>
              <a:rPr lang="en-US" dirty="0"/>
              <a:t>Code waits in big batches</a:t>
            </a:r>
          </a:p>
          <a:p>
            <a:pPr marL="0" indent="0">
              <a:buNone/>
            </a:pPr>
            <a:r>
              <a:rPr lang="en-US" dirty="0"/>
              <a:t>This creates frustration and slows down progress.</a:t>
            </a:r>
          </a:p>
          <a:p>
            <a:endParaRPr lang="en-US" dirty="0"/>
          </a:p>
        </p:txBody>
      </p:sp>
      <p:cxnSp>
        <p:nvCxnSpPr>
          <p:cNvPr id="12" name="Straight Connector 11">
            <a:extLst>
              <a:ext uri="{FF2B5EF4-FFF2-40B4-BE49-F238E27FC236}">
                <a16:creationId xmlns:a16="http://schemas.microsoft.com/office/drawing/2014/main" id="{540DBD50-3CB1-A513-2321-1891E3F095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60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515818-A857-6A9E-6AD4-9B019CA972F2}"/>
              </a:ext>
            </a:extLst>
          </p:cNvPr>
          <p:cNvSpPr>
            <a:spLocks noGrp="1"/>
          </p:cNvSpPr>
          <p:nvPr>
            <p:ph type="title"/>
          </p:nvPr>
        </p:nvSpPr>
        <p:spPr>
          <a:xfrm>
            <a:off x="5496821" y="1371600"/>
            <a:ext cx="6034187" cy="1097280"/>
          </a:xfrm>
        </p:spPr>
        <p:txBody>
          <a:bodyPr>
            <a:normAutofit/>
          </a:bodyPr>
          <a:lstStyle/>
          <a:p>
            <a:pPr>
              <a:lnSpc>
                <a:spcPct val="90000"/>
              </a:lnSpc>
            </a:pPr>
            <a:r>
              <a:rPr lang="en-US" sz="3400"/>
              <a:t>Why Long Deployment Times Are a Problem</a:t>
            </a:r>
          </a:p>
        </p:txBody>
      </p:sp>
      <p:pic>
        <p:nvPicPr>
          <p:cNvPr id="5" name="Picture 4">
            <a:extLst>
              <a:ext uri="{FF2B5EF4-FFF2-40B4-BE49-F238E27FC236}">
                <a16:creationId xmlns:a16="http://schemas.microsoft.com/office/drawing/2014/main" id="{7C5073F9-AC99-AFE7-D499-15F29E899693}"/>
              </a:ext>
            </a:extLst>
          </p:cNvPr>
          <p:cNvPicPr>
            <a:picLocks noChangeAspect="1"/>
          </p:cNvPicPr>
          <p:nvPr/>
        </p:nvPicPr>
        <p:blipFill>
          <a:blip r:embed="rId2"/>
          <a:srcRect l="37031" r="15686" b="-1"/>
          <a:stretch>
            <a:fillRect/>
          </a:stretch>
        </p:blipFill>
        <p:spPr>
          <a:xfrm>
            <a:off x="20" y="10"/>
            <a:ext cx="4857871" cy="6857990"/>
          </a:xfrm>
          <a:prstGeom prst="rect">
            <a:avLst/>
          </a:prstGeom>
        </p:spPr>
      </p:pic>
      <p:cxnSp>
        <p:nvCxnSpPr>
          <p:cNvPr id="11" name="Straight Connector 10">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A86B1B8-2962-0D38-9A9D-34DC8EC012C8}"/>
              </a:ext>
            </a:extLst>
          </p:cNvPr>
          <p:cNvSpPr>
            <a:spLocks noGrp="1"/>
          </p:cNvSpPr>
          <p:nvPr>
            <p:ph idx="1"/>
          </p:nvPr>
        </p:nvSpPr>
        <p:spPr>
          <a:xfrm>
            <a:off x="5496821" y="2633236"/>
            <a:ext cx="6034187" cy="3664687"/>
          </a:xfrm>
        </p:spPr>
        <p:txBody>
          <a:bodyPr>
            <a:normAutofit/>
          </a:bodyPr>
          <a:lstStyle/>
          <a:p>
            <a:r>
              <a:rPr lang="en-US" dirty="0"/>
              <a:t>When deployments take months, problems build up. Bugs pile up, customers wait too long, and teams feel stressed. Long waits also make it harder to find and fix issues because so much code changes at once.</a:t>
            </a:r>
          </a:p>
        </p:txBody>
      </p:sp>
    </p:spTree>
    <p:extLst>
      <p:ext uri="{BB962C8B-B14F-4D97-AF65-F5344CB8AC3E}">
        <p14:creationId xmlns:p14="http://schemas.microsoft.com/office/powerpoint/2010/main" val="596521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25BC7B-43F0-211A-28AC-E4952679AE6A}"/>
              </a:ext>
            </a:extLst>
          </p:cNvPr>
          <p:cNvSpPr>
            <a:spLocks noGrp="1"/>
          </p:cNvSpPr>
          <p:nvPr>
            <p:ph type="title"/>
          </p:nvPr>
        </p:nvSpPr>
        <p:spPr>
          <a:xfrm>
            <a:off x="640080" y="1371600"/>
            <a:ext cx="2652779" cy="4150811"/>
          </a:xfrm>
        </p:spPr>
        <p:txBody>
          <a:bodyPr>
            <a:normAutofit/>
          </a:bodyPr>
          <a:lstStyle/>
          <a:p>
            <a:r>
              <a:rPr lang="en-US" sz="3400"/>
              <a:t>DevOps Ideal: Deployment in Minutes</a:t>
            </a:r>
          </a:p>
        </p:txBody>
      </p:sp>
      <p:cxnSp>
        <p:nvCxnSpPr>
          <p:cNvPr id="11" name="Straight Connector 10">
            <a:extLst>
              <a:ext uri="{FF2B5EF4-FFF2-40B4-BE49-F238E27FC236}">
                <a16:creationId xmlns:a16="http://schemas.microsoft.com/office/drawing/2014/main" id="{1A85A180-17F0-9F5F-51D9-6D242E7884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D83650E0-6710-8DE5-2A3D-090281F22246}"/>
              </a:ext>
            </a:extLst>
          </p:cNvPr>
          <p:cNvGraphicFramePr>
            <a:graphicFrameLocks noGrp="1"/>
          </p:cNvGraphicFramePr>
          <p:nvPr>
            <p:ph idx="1"/>
            <p:extLst>
              <p:ext uri="{D42A27DB-BD31-4B8C-83A1-F6EECF244321}">
                <p14:modId xmlns:p14="http://schemas.microsoft.com/office/powerpoint/2010/main" val="155332535"/>
              </p:ext>
            </p:extLst>
          </p:nvPr>
        </p:nvGraphicFramePr>
        <p:xfrm>
          <a:off x="4045291" y="1371600"/>
          <a:ext cx="7485718" cy="49263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4431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25E7689-1479-3515-26B5-41B77D65C82D}"/>
              </a:ext>
            </a:extLst>
          </p:cNvPr>
          <p:cNvSpPr>
            <a:spLocks noGrp="1"/>
          </p:cNvSpPr>
          <p:nvPr>
            <p:ph type="title"/>
          </p:nvPr>
        </p:nvSpPr>
        <p:spPr>
          <a:xfrm>
            <a:off x="640080" y="914399"/>
            <a:ext cx="3000587" cy="4160520"/>
          </a:xfrm>
        </p:spPr>
        <p:txBody>
          <a:bodyPr anchor="t">
            <a:normAutofit/>
          </a:bodyPr>
          <a:lstStyle/>
          <a:p>
            <a:r>
              <a:rPr lang="en-US" sz="3600"/>
              <a:t>Benefits of Short Deployment Times</a:t>
            </a:r>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1E462424-4C11-AE7C-D4E2-0A9F5FFB4EE1}"/>
              </a:ext>
            </a:extLst>
          </p:cNvPr>
          <p:cNvGraphicFramePr>
            <a:graphicFrameLocks noGrp="1"/>
          </p:cNvGraphicFramePr>
          <p:nvPr>
            <p:ph idx="1"/>
            <p:extLst>
              <p:ext uri="{D42A27DB-BD31-4B8C-83A1-F6EECF244321}">
                <p14:modId xmlns:p14="http://schemas.microsoft.com/office/powerpoint/2010/main" val="228773540"/>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246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63CB5-C13D-5D90-BFE3-B038667D1464}"/>
              </a:ext>
            </a:extLst>
          </p:cNvPr>
          <p:cNvSpPr>
            <a:spLocks noGrp="1"/>
          </p:cNvSpPr>
          <p:nvPr>
            <p:ph type="title"/>
          </p:nvPr>
        </p:nvSpPr>
        <p:spPr>
          <a:xfrm>
            <a:off x="2580442" y="4474103"/>
            <a:ext cx="7031117" cy="933905"/>
          </a:xfrm>
        </p:spPr>
        <p:txBody>
          <a:bodyPr vert="horz" lIns="91440" tIns="45720" rIns="91440" bIns="45720" rtlCol="0" anchor="b">
            <a:normAutofit/>
          </a:bodyPr>
          <a:lstStyle/>
          <a:p>
            <a:pPr algn="ctr"/>
            <a:r>
              <a:rPr lang="en-US" sz="4400" dirty="0"/>
              <a:t>Graphic</a:t>
            </a:r>
          </a:p>
        </p:txBody>
      </p:sp>
      <p:pic>
        <p:nvPicPr>
          <p:cNvPr id="9" name="Content Placeholder 8" descr="A screen shot of a computer&#10;&#10;AI-generated content may be incorrect.">
            <a:extLst>
              <a:ext uri="{FF2B5EF4-FFF2-40B4-BE49-F238E27FC236}">
                <a16:creationId xmlns:a16="http://schemas.microsoft.com/office/drawing/2014/main" id="{EA469E6C-91B9-44D7-F3F7-E2FCAD39CA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2232" y="2434618"/>
            <a:ext cx="6247536" cy="1874261"/>
          </a:xfrm>
          <a:prstGeom prst="rect">
            <a:avLst/>
          </a:prstGeom>
        </p:spPr>
      </p:pic>
      <p:cxnSp>
        <p:nvCxnSpPr>
          <p:cNvPr id="18" name="Straight Connector 17">
            <a:extLst>
              <a:ext uri="{FF2B5EF4-FFF2-40B4-BE49-F238E27FC236}">
                <a16:creationId xmlns:a16="http://schemas.microsoft.com/office/drawing/2014/main" id="{503FCC9E-47A2-69B7-68E7-7FA95EAD53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21680" y="5662526"/>
            <a:ext cx="548640" cy="0"/>
          </a:xfrm>
          <a:prstGeom prst="line">
            <a:avLst/>
          </a:prstGeom>
          <a:ln w="571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8816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B072212-7F21-1043-B3F0-3CCFB7594F76}"/>
              </a:ext>
            </a:extLst>
          </p:cNvPr>
          <p:cNvSpPr>
            <a:spLocks noGrp="1"/>
          </p:cNvSpPr>
          <p:nvPr>
            <p:ph type="title"/>
          </p:nvPr>
        </p:nvSpPr>
        <p:spPr>
          <a:xfrm>
            <a:off x="640080" y="1371600"/>
            <a:ext cx="5737859" cy="1097280"/>
          </a:xfrm>
        </p:spPr>
        <p:txBody>
          <a:bodyPr>
            <a:normAutofit/>
          </a:bodyPr>
          <a:lstStyle/>
          <a:p>
            <a:r>
              <a:rPr lang="en-US" dirty="0"/>
              <a:t>Conclusion</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4728C3A-046E-FCAF-1B6F-A0A97FDC533E}"/>
              </a:ext>
            </a:extLst>
          </p:cNvPr>
          <p:cNvSpPr>
            <a:spLocks noGrp="1"/>
          </p:cNvSpPr>
          <p:nvPr>
            <p:ph idx="1"/>
          </p:nvPr>
        </p:nvSpPr>
        <p:spPr>
          <a:xfrm>
            <a:off x="640080" y="2633236"/>
            <a:ext cx="5737860" cy="3666980"/>
          </a:xfrm>
        </p:spPr>
        <p:txBody>
          <a:bodyPr>
            <a:normAutofit/>
          </a:bodyPr>
          <a:lstStyle/>
          <a:p>
            <a:r>
              <a:rPr lang="en-US" dirty="0"/>
              <a:t>The technology value stream shows how work moves through an organization. Long lead times slow everything down, but DevOps helps cut these delays. By improving teamwork and automation, deployment can go from months to minutes, making the whole process faster and better.</a:t>
            </a:r>
          </a:p>
        </p:txBody>
      </p:sp>
      <p:pic>
        <p:nvPicPr>
          <p:cNvPr id="7" name="Graphic 6" descr="Laptop Secure">
            <a:extLst>
              <a:ext uri="{FF2B5EF4-FFF2-40B4-BE49-F238E27FC236}">
                <a16:creationId xmlns:a16="http://schemas.microsoft.com/office/drawing/2014/main" id="{976BB1BE-991E-FC85-F3AD-C27D00AA60F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407455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74F68C-10D4-66C7-F7E5-0E25C024D760}"/>
              </a:ext>
            </a:extLst>
          </p:cNvPr>
          <p:cNvSpPr>
            <a:spLocks noGrp="1"/>
          </p:cNvSpPr>
          <p:nvPr>
            <p:ph type="title"/>
          </p:nvPr>
        </p:nvSpPr>
        <p:spPr>
          <a:xfrm>
            <a:off x="640080" y="1371600"/>
            <a:ext cx="5737859" cy="1097280"/>
          </a:xfrm>
        </p:spPr>
        <p:txBody>
          <a:bodyPr>
            <a:normAutofit/>
          </a:bodyPr>
          <a:lstStyle/>
          <a:p>
            <a:r>
              <a:rPr lang="en-US" dirty="0"/>
              <a:t>References</a:t>
            </a:r>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F70FFD-0A07-8309-E3D7-EEC06D3762BA}"/>
              </a:ext>
            </a:extLst>
          </p:cNvPr>
          <p:cNvSpPr>
            <a:spLocks noGrp="1"/>
          </p:cNvSpPr>
          <p:nvPr>
            <p:ph idx="1"/>
          </p:nvPr>
        </p:nvSpPr>
        <p:spPr>
          <a:xfrm>
            <a:off x="640080" y="2633236"/>
            <a:ext cx="5737860" cy="3666980"/>
          </a:xfrm>
        </p:spPr>
        <p:txBody>
          <a:bodyPr>
            <a:normAutofit fontScale="92500" lnSpcReduction="20000"/>
          </a:bodyPr>
          <a:lstStyle/>
          <a:p>
            <a:pPr>
              <a:lnSpc>
                <a:spcPct val="110000"/>
              </a:lnSpc>
            </a:pPr>
            <a:r>
              <a:rPr lang="en-US" dirty="0"/>
              <a:t>Prakash, Satyan. “Value Stream Management: Explained in Plain English.” </a:t>
            </a:r>
            <a:r>
              <a:rPr lang="en-US" i="1" dirty="0"/>
              <a:t>DevOps Institute</a:t>
            </a:r>
            <a:r>
              <a:rPr lang="en-US" dirty="0"/>
              <a:t>, </a:t>
            </a:r>
            <a:r>
              <a:rPr lang="en-US" dirty="0">
                <a:hlinkClick r:id="rId2"/>
              </a:rPr>
              <a:t>https://www.devopsinstitute.com/value-stream-management-explained-in-plain-english/</a:t>
            </a:r>
            <a:endParaRPr lang="en-US" dirty="0"/>
          </a:p>
          <a:p>
            <a:pPr marL="0" indent="0">
              <a:lnSpc>
                <a:spcPct val="110000"/>
              </a:lnSpc>
              <a:buNone/>
            </a:pPr>
            <a:r>
              <a:rPr lang="en-US" dirty="0"/>
              <a:t> </a:t>
            </a:r>
          </a:p>
          <a:p>
            <a:pPr>
              <a:lnSpc>
                <a:spcPct val="110000"/>
              </a:lnSpc>
            </a:pPr>
            <a:r>
              <a:rPr lang="en-US" dirty="0" err="1"/>
              <a:t>CloudBees</a:t>
            </a:r>
            <a:r>
              <a:rPr lang="en-US" dirty="0"/>
              <a:t>. “Value Stream Management: How to Measure DevOps Performance &amp; Faster Software Delivery.” </a:t>
            </a:r>
            <a:r>
              <a:rPr lang="en-US" i="1" dirty="0" err="1"/>
              <a:t>CloudBees</a:t>
            </a:r>
            <a:r>
              <a:rPr lang="en-US" i="1" dirty="0"/>
              <a:t> Blog</a:t>
            </a:r>
            <a:r>
              <a:rPr lang="en-US" dirty="0"/>
              <a:t>, </a:t>
            </a:r>
            <a:r>
              <a:rPr lang="en-US" dirty="0">
                <a:hlinkClick r:id="rId3"/>
              </a:rPr>
              <a:t>https://www.cloudbees.com/blog/value-stream-management-how-measure-devops-performance-faster-software-delivery</a:t>
            </a:r>
            <a:endParaRPr lang="en-US" dirty="0"/>
          </a:p>
          <a:p>
            <a:pPr>
              <a:lnSpc>
                <a:spcPct val="110000"/>
              </a:lnSpc>
            </a:pPr>
            <a:r>
              <a:rPr lang="en-US" dirty="0"/>
              <a:t> </a:t>
            </a:r>
          </a:p>
        </p:txBody>
      </p:sp>
      <p:pic>
        <p:nvPicPr>
          <p:cNvPr id="7" name="Graphic 6" descr="Programmer">
            <a:extLst>
              <a:ext uri="{FF2B5EF4-FFF2-40B4-BE49-F238E27FC236}">
                <a16:creationId xmlns:a16="http://schemas.microsoft.com/office/drawing/2014/main" id="{48D7FFF0-21EC-8EA3-3267-86CDF946BE2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2441068335"/>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otalTime>28</TotalTime>
  <Words>474</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Grandview Display</vt:lpstr>
      <vt:lpstr>DashVTI</vt:lpstr>
      <vt:lpstr>The Technology Value Stream</vt:lpstr>
      <vt:lpstr>What Is the Technology Value Stream?</vt:lpstr>
      <vt:lpstr>Lead Time vs. Processing Time</vt:lpstr>
      <vt:lpstr>Why This Matters</vt:lpstr>
      <vt:lpstr>The Common Scenario: Long Deployment Times</vt:lpstr>
      <vt:lpstr>Why Long Deployment Times Are a Problem</vt:lpstr>
      <vt:lpstr>DevOps Ideal: Deployment in Minutes</vt:lpstr>
      <vt:lpstr>Benefits of Short Deployment Times</vt:lpstr>
      <vt:lpstr>Graphic</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Jackson Webster</dc:creator>
  <cp:lastModifiedBy>Jackson Webster</cp:lastModifiedBy>
  <cp:revision>1</cp:revision>
  <dcterms:created xsi:type="dcterms:W3CDTF">2025-12-04T18:33:26Z</dcterms:created>
  <dcterms:modified xsi:type="dcterms:W3CDTF">2025-12-04T19:01:32Z</dcterms:modified>
</cp:coreProperties>
</file>