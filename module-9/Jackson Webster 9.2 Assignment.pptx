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77db3bdde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77db3bdde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77db3bdde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77db3bdde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77db3bdd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77db3bdd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77db3bdd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77db3bdd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77db3bdd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77db3bdd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77db3bdde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77db3bdde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77db3bdd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77db3bdd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77db3bdde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77db3bdde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ubmed.ncbi.nlm.nih.gov/40992773/" TargetMode="External"/><Relationship Id="rId4" Type="http://schemas.openxmlformats.org/officeDocument/2006/relationships/hyperlink" Target="https://pubmed.ncbi.nlm.nih.gov/35588066/" TargetMode="External"/><Relationship Id="rId5" Type="http://schemas.openxmlformats.org/officeDocument/2006/relationships/hyperlink" Target="https://academic.oup.com/milmed/article/185/Supplement_3/52/591645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46005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Barriers to Implementing a Just Culture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Jackson Webster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CSD-380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Just Culture?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6006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blaming people right away, they try to: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Understand why something went wrong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Fix system problems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Help people learn from mistakes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helps workers feel safe reporting problems so things can improve.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Scales Of Justice Logo Free Stock Photo - Public Domain Pictures"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3044" y="478144"/>
            <a:ext cx="3225100" cy="276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Just Culture Important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Culture is important because: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People are more honest about mistakes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Problems get fixed faster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Safety improves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Workers feel respected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Without Just Culture, people may hide mistakes because they’re scared of getting in trouble.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Lawyer partnership Businessman handshake together Notary lawfirm. Two Men Trust honesty business customer handshake promise respect partner. Diversity solidarity team Partner hands together teamwork (Provided by Getty Images)"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8850" y="1307850"/>
            <a:ext cx="3036831" cy="2022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Barriers &amp; Challenges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big challenges to using a Just Culture are: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Fear of punishment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Lack of leadership support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Poor communication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Resistance to change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Confusing rules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These make it harder for workers to trust the system.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1425" y="1054300"/>
            <a:ext cx="3434276" cy="244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Fear of Punishment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of the biggest problems is fear.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Workers may: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 scared of getting fired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Worry about getting blamed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Avoid reporting mistakes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makes problems harder to fix.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800" y="426875"/>
            <a:ext cx="3419025" cy="405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Leadership &amp; Organization Problems</a:t>
            </a:r>
            <a:endParaRPr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 leaders: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Don’t fully support Just Culture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Still blame workers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Care more about punishment than learning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leaders don’t support it, workers won’t trust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225" y="1307850"/>
            <a:ext cx="2861075" cy="286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Barriers to Just Culture</a:t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725" y="1015438"/>
            <a:ext cx="4015427" cy="4015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Just Culture helps make workplaces safer and fairer.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it can be hard to use because: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People are afraid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Leaders don’t always support it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Change is difficult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better leadership, trust, and training, organizations can successfully use Just Culture.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2503" y="1051025"/>
            <a:ext cx="2087802" cy="247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National Library of Medicine / PubMed (NIH – U.S. Government)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Just Culture in Healthcare Settings: A Review of Implementation Practices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 https://pubmed.ncbi.nlm.nih.gov/40992773/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National Library of Medicine / PubMed (NIH)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Barriers and Trust in a Just Culture – Systematic Review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 https://pubmed.ncbi.nlm.nih.gov/35588066/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Oxford Academic – Military Medicine Journal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Just Culture: Shifting Organizational Mindset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5"/>
              </a:rPr>
              <a:t> https://academic.oup.com/milmed/article/185/Supplement_3/52/5916455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